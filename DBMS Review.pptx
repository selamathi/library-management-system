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3701" r:id="rId1"/>
  </p:sldMasterIdLst>
  <p:notesMasterIdLst>
    <p:notesMasterId r:id="rId20"/>
  </p:notesMasterIdLst>
  <p:handoutMasterIdLst>
    <p:handoutMasterId r:id="rId21"/>
  </p:handoutMasterIdLst>
  <p:sldIdLst>
    <p:sldId id="470" r:id="rId2"/>
    <p:sldId id="258" r:id="rId3"/>
    <p:sldId id="486" r:id="rId4"/>
    <p:sldId id="471" r:id="rId5"/>
    <p:sldId id="478" r:id="rId6"/>
    <p:sldId id="476" r:id="rId7"/>
    <p:sldId id="348" r:id="rId8"/>
    <p:sldId id="457" r:id="rId9"/>
    <p:sldId id="479" r:id="rId10"/>
    <p:sldId id="480" r:id="rId11"/>
    <p:sldId id="481" r:id="rId12"/>
    <p:sldId id="482" r:id="rId13"/>
    <p:sldId id="483" r:id="rId14"/>
    <p:sldId id="487" r:id="rId15"/>
    <p:sldId id="488" r:id="rId16"/>
    <p:sldId id="489" r:id="rId17"/>
    <p:sldId id="484" r:id="rId18"/>
    <p:sldId id="485" r:id="rId19"/>
  </p:sldIdLst>
  <p:sldSz cx="9144000" cy="5143500" type="screen16x9"/>
  <p:notesSz cx="6797675" cy="9926638"/>
  <p:defaultTextStyle>
    <a:defPPr>
      <a:defRPr lang="en-US"/>
    </a:defPPr>
    <a:lvl1pPr algn="l" rtl="0" eaLnBrk="0" fontAlgn="base" hangingPunct="0">
      <a:spcBef>
        <a:spcPct val="0"/>
      </a:spcBef>
      <a:spcAft>
        <a:spcPct val="0"/>
      </a:spcAft>
      <a:defRPr kern="1200">
        <a:solidFill>
          <a:schemeClr val="tx1"/>
        </a:solidFill>
        <a:latin typeface="Arial" charset="0"/>
        <a:ea typeface="+mn-ea"/>
        <a:cs typeface="Arial" charset="0"/>
      </a:defRPr>
    </a:lvl1pPr>
    <a:lvl2pPr marL="457200" algn="l" rtl="0" eaLnBrk="0" fontAlgn="base" hangingPunct="0">
      <a:spcBef>
        <a:spcPct val="0"/>
      </a:spcBef>
      <a:spcAft>
        <a:spcPct val="0"/>
      </a:spcAft>
      <a:defRPr kern="1200">
        <a:solidFill>
          <a:schemeClr val="tx1"/>
        </a:solidFill>
        <a:latin typeface="Arial" charset="0"/>
        <a:ea typeface="+mn-ea"/>
        <a:cs typeface="Arial" charset="0"/>
      </a:defRPr>
    </a:lvl2pPr>
    <a:lvl3pPr marL="914400" algn="l" rtl="0" eaLnBrk="0" fontAlgn="base" hangingPunct="0">
      <a:spcBef>
        <a:spcPct val="0"/>
      </a:spcBef>
      <a:spcAft>
        <a:spcPct val="0"/>
      </a:spcAft>
      <a:defRPr kern="1200">
        <a:solidFill>
          <a:schemeClr val="tx1"/>
        </a:solidFill>
        <a:latin typeface="Arial" charset="0"/>
        <a:ea typeface="+mn-ea"/>
        <a:cs typeface="Arial" charset="0"/>
      </a:defRPr>
    </a:lvl3pPr>
    <a:lvl4pPr marL="1371600" algn="l" rtl="0" eaLnBrk="0" fontAlgn="base" hangingPunct="0">
      <a:spcBef>
        <a:spcPct val="0"/>
      </a:spcBef>
      <a:spcAft>
        <a:spcPct val="0"/>
      </a:spcAft>
      <a:defRPr kern="1200">
        <a:solidFill>
          <a:schemeClr val="tx1"/>
        </a:solidFill>
        <a:latin typeface="Arial" charset="0"/>
        <a:ea typeface="+mn-ea"/>
        <a:cs typeface="Arial" charset="0"/>
      </a:defRPr>
    </a:lvl4pPr>
    <a:lvl5pPr marL="1828800" algn="l" rtl="0" eaLnBrk="0" fontAlgn="base" hangingPunct="0">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a:srgbClr val="A50021"/>
    <a:srgbClr val="663300"/>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130" autoAdjust="0"/>
    <p:restoredTop sz="87621" autoAdjust="0"/>
  </p:normalViewPr>
  <p:slideViewPr>
    <p:cSldViewPr>
      <p:cViewPr varScale="1">
        <p:scale>
          <a:sx n="91" d="100"/>
          <a:sy n="91" d="100"/>
        </p:scale>
        <p:origin x="1094" y="58"/>
      </p:cViewPr>
      <p:guideLst>
        <p:guide orient="horz" pos="162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5300"/>
          </a:xfrm>
          <a:prstGeom prst="rect">
            <a:avLst/>
          </a:prstGeom>
        </p:spPr>
        <p:txBody>
          <a:bodyPr vert="horz" lIns="95571" tIns="47786" rIns="95571" bIns="47786" rtlCol="0"/>
          <a:lstStyle>
            <a:lvl1pPr algn="l" eaLnBrk="1" fontAlgn="auto" hangingPunct="1">
              <a:spcBef>
                <a:spcPts val="0"/>
              </a:spcBef>
              <a:spcAft>
                <a:spcPts val="0"/>
              </a:spcAft>
              <a:defRPr sz="1300">
                <a:latin typeface="+mn-lt"/>
                <a:cs typeface="+mn-cs"/>
              </a:defRPr>
            </a:lvl1pPr>
          </a:lstStyle>
          <a:p>
            <a:pPr>
              <a:defRPr/>
            </a:pPr>
            <a:endParaRPr lang="en-US"/>
          </a:p>
        </p:txBody>
      </p:sp>
      <p:sp>
        <p:nvSpPr>
          <p:cNvPr id="3" name="Date Placeholder 2"/>
          <p:cNvSpPr>
            <a:spLocks noGrp="1"/>
          </p:cNvSpPr>
          <p:nvPr>
            <p:ph type="dt" sz="quarter" idx="1"/>
          </p:nvPr>
        </p:nvSpPr>
        <p:spPr>
          <a:xfrm>
            <a:off x="3849688" y="0"/>
            <a:ext cx="2946400" cy="495300"/>
          </a:xfrm>
          <a:prstGeom prst="rect">
            <a:avLst/>
          </a:prstGeom>
        </p:spPr>
        <p:txBody>
          <a:bodyPr vert="horz" lIns="95571" tIns="47786" rIns="95571" bIns="47786" rtlCol="0"/>
          <a:lstStyle>
            <a:lvl1pPr algn="r" eaLnBrk="1" fontAlgn="auto" hangingPunct="1">
              <a:spcBef>
                <a:spcPts val="0"/>
              </a:spcBef>
              <a:spcAft>
                <a:spcPts val="0"/>
              </a:spcAft>
              <a:defRPr sz="1300">
                <a:latin typeface="+mn-lt"/>
                <a:cs typeface="+mn-cs"/>
              </a:defRPr>
            </a:lvl1pPr>
          </a:lstStyle>
          <a:p>
            <a:pPr>
              <a:defRPr/>
            </a:pPr>
            <a:fld id="{14FDCBBC-8C6D-4B91-8E0F-7F7539A60517}" type="datetimeFigureOut">
              <a:rPr lang="en-US"/>
              <a:pPr>
                <a:defRPr/>
              </a:pPr>
              <a:t>5/28/2025</a:t>
            </a:fld>
            <a:endParaRPr lang="en-US" dirty="0"/>
          </a:p>
        </p:txBody>
      </p:sp>
      <p:sp>
        <p:nvSpPr>
          <p:cNvPr id="4" name="Footer Placeholder 3"/>
          <p:cNvSpPr>
            <a:spLocks noGrp="1"/>
          </p:cNvSpPr>
          <p:nvPr>
            <p:ph type="ftr" sz="quarter" idx="2"/>
          </p:nvPr>
        </p:nvSpPr>
        <p:spPr>
          <a:xfrm>
            <a:off x="0" y="9429750"/>
            <a:ext cx="2946400" cy="495300"/>
          </a:xfrm>
          <a:prstGeom prst="rect">
            <a:avLst/>
          </a:prstGeom>
        </p:spPr>
        <p:txBody>
          <a:bodyPr vert="horz" lIns="95571" tIns="47786" rIns="95571" bIns="47786" rtlCol="0" anchor="b"/>
          <a:lstStyle>
            <a:lvl1pPr algn="l" eaLnBrk="1" fontAlgn="auto" hangingPunct="1">
              <a:spcBef>
                <a:spcPts val="0"/>
              </a:spcBef>
              <a:spcAft>
                <a:spcPts val="0"/>
              </a:spcAft>
              <a:defRPr sz="1300">
                <a:latin typeface="+mn-lt"/>
                <a:cs typeface="+mn-cs"/>
              </a:defRPr>
            </a:lvl1pPr>
          </a:lstStyle>
          <a:p>
            <a:pPr>
              <a:defRPr/>
            </a:pPr>
            <a:endParaRPr lang="en-US"/>
          </a:p>
        </p:txBody>
      </p:sp>
      <p:sp>
        <p:nvSpPr>
          <p:cNvPr id="5" name="Slide Number Placeholder 4"/>
          <p:cNvSpPr>
            <a:spLocks noGrp="1"/>
          </p:cNvSpPr>
          <p:nvPr>
            <p:ph type="sldNum" sz="quarter" idx="3"/>
          </p:nvPr>
        </p:nvSpPr>
        <p:spPr>
          <a:xfrm>
            <a:off x="3849688" y="9429750"/>
            <a:ext cx="2946400" cy="495300"/>
          </a:xfrm>
          <a:prstGeom prst="rect">
            <a:avLst/>
          </a:prstGeom>
        </p:spPr>
        <p:txBody>
          <a:bodyPr vert="horz" wrap="square" lIns="95571" tIns="47786" rIns="95571" bIns="47786" numCol="1" anchor="b" anchorCtr="0" compatLnSpc="1">
            <a:prstTxWarp prst="textNoShape">
              <a:avLst/>
            </a:prstTxWarp>
          </a:bodyPr>
          <a:lstStyle>
            <a:lvl1pPr algn="r" eaLnBrk="1" hangingPunct="1">
              <a:defRPr sz="1300" smtClean="0">
                <a:latin typeface="Calibri" pitchFamily="34" charset="0"/>
              </a:defRPr>
            </a:lvl1pPr>
          </a:lstStyle>
          <a:p>
            <a:pPr>
              <a:defRPr/>
            </a:pPr>
            <a:fld id="{2952E2ED-3A02-491C-A9B8-DFEE216EB3A7}" type="slidenum">
              <a:rPr lang="en-US" altLang="en-US"/>
              <a:pPr>
                <a:defRPr/>
              </a:pPr>
              <a:t>‹#›</a:t>
            </a:fld>
            <a:endParaRPr lang="en-US" altLang="en-US"/>
          </a:p>
        </p:txBody>
      </p:sp>
    </p:spTree>
    <p:extLst>
      <p:ext uri="{BB962C8B-B14F-4D97-AF65-F5344CB8AC3E}">
        <p14:creationId xmlns:p14="http://schemas.microsoft.com/office/powerpoint/2010/main" val="189704217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5300"/>
          </a:xfrm>
          <a:prstGeom prst="rect">
            <a:avLst/>
          </a:prstGeom>
        </p:spPr>
        <p:txBody>
          <a:bodyPr vert="horz" lIns="95571" tIns="47786" rIns="95571" bIns="47786" rtlCol="0"/>
          <a:lstStyle>
            <a:lvl1pPr algn="l" eaLnBrk="1" fontAlgn="auto" hangingPunct="1">
              <a:spcBef>
                <a:spcPts val="0"/>
              </a:spcBef>
              <a:spcAft>
                <a:spcPts val="0"/>
              </a:spcAft>
              <a:defRPr sz="1300">
                <a:latin typeface="+mn-lt"/>
                <a:cs typeface="+mn-cs"/>
              </a:defRPr>
            </a:lvl1pPr>
            <a:extLst/>
          </a:lstStyle>
          <a:p>
            <a:pPr>
              <a:defRPr/>
            </a:pPr>
            <a:endParaRPr lang="en-US"/>
          </a:p>
        </p:txBody>
      </p:sp>
      <p:sp>
        <p:nvSpPr>
          <p:cNvPr id="3" name="Date Placeholder 2"/>
          <p:cNvSpPr>
            <a:spLocks noGrp="1"/>
          </p:cNvSpPr>
          <p:nvPr>
            <p:ph type="dt" idx="1"/>
          </p:nvPr>
        </p:nvSpPr>
        <p:spPr>
          <a:xfrm>
            <a:off x="3849688" y="0"/>
            <a:ext cx="2946400" cy="495300"/>
          </a:xfrm>
          <a:prstGeom prst="rect">
            <a:avLst/>
          </a:prstGeom>
        </p:spPr>
        <p:txBody>
          <a:bodyPr vert="horz" lIns="95571" tIns="47786" rIns="95571" bIns="47786" rtlCol="0"/>
          <a:lstStyle>
            <a:lvl1pPr algn="r" eaLnBrk="1" fontAlgn="auto" hangingPunct="1">
              <a:spcBef>
                <a:spcPts val="0"/>
              </a:spcBef>
              <a:spcAft>
                <a:spcPts val="0"/>
              </a:spcAft>
              <a:defRPr sz="1300">
                <a:latin typeface="+mn-lt"/>
                <a:cs typeface="+mn-cs"/>
              </a:defRPr>
            </a:lvl1pPr>
            <a:extLst/>
          </a:lstStyle>
          <a:p>
            <a:pPr>
              <a:defRPr/>
            </a:pPr>
            <a:fld id="{061F6FC2-9645-479A-A309-27B8F5654211}" type="datetimeFigureOut">
              <a:rPr lang="en-US"/>
              <a:pPr>
                <a:defRPr/>
              </a:pPr>
              <a:t>5/28/2025</a:t>
            </a:fld>
            <a:endParaRPr lang="en-US" dirty="0"/>
          </a:p>
        </p:txBody>
      </p:sp>
      <p:sp>
        <p:nvSpPr>
          <p:cNvPr id="4" name="Slide Image Placeholder 3"/>
          <p:cNvSpPr>
            <a:spLocks noGrp="1" noRot="1" noChangeAspect="1"/>
          </p:cNvSpPr>
          <p:nvPr>
            <p:ph type="sldImg" idx="2"/>
          </p:nvPr>
        </p:nvSpPr>
        <p:spPr>
          <a:xfrm>
            <a:off x="92075" y="746125"/>
            <a:ext cx="6613525" cy="3721100"/>
          </a:xfrm>
          <a:prstGeom prst="rect">
            <a:avLst/>
          </a:prstGeom>
          <a:noFill/>
          <a:ln w="12700">
            <a:solidFill>
              <a:prstClr val="black"/>
            </a:solidFill>
          </a:ln>
        </p:spPr>
        <p:txBody>
          <a:bodyPr vert="horz" lIns="95571" tIns="47786" rIns="95571" bIns="47786" rtlCol="0" anchor="ctr"/>
          <a:lstStyle/>
          <a:p>
            <a:pPr lvl="0"/>
            <a:endParaRPr lang="en-US" noProof="0" dirty="0"/>
          </a:p>
        </p:txBody>
      </p:sp>
      <p:sp>
        <p:nvSpPr>
          <p:cNvPr id="5" name="Notes Placeholder 4"/>
          <p:cNvSpPr>
            <a:spLocks noGrp="1"/>
          </p:cNvSpPr>
          <p:nvPr>
            <p:ph type="body" sz="quarter" idx="3"/>
          </p:nvPr>
        </p:nvSpPr>
        <p:spPr>
          <a:xfrm>
            <a:off x="679450" y="4714875"/>
            <a:ext cx="5438775" cy="4465638"/>
          </a:xfrm>
          <a:prstGeom prst="rect">
            <a:avLst/>
          </a:prstGeom>
        </p:spPr>
        <p:txBody>
          <a:bodyPr vert="horz" lIns="95571" tIns="47786" rIns="95571" bIns="47786"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9429750"/>
            <a:ext cx="2946400" cy="495300"/>
          </a:xfrm>
          <a:prstGeom prst="rect">
            <a:avLst/>
          </a:prstGeom>
        </p:spPr>
        <p:txBody>
          <a:bodyPr vert="horz" lIns="95571" tIns="47786" rIns="95571" bIns="47786" rtlCol="0" anchor="b"/>
          <a:lstStyle>
            <a:lvl1pPr algn="l" eaLnBrk="1" fontAlgn="auto" hangingPunct="1">
              <a:spcBef>
                <a:spcPts val="0"/>
              </a:spcBef>
              <a:spcAft>
                <a:spcPts val="0"/>
              </a:spcAft>
              <a:defRPr sz="1300">
                <a:latin typeface="+mn-lt"/>
                <a:cs typeface="+mn-cs"/>
              </a:defRPr>
            </a:lvl1pPr>
            <a:extLst/>
          </a:lstStyle>
          <a:p>
            <a:pPr>
              <a:defRPr/>
            </a:pPr>
            <a:endParaRPr lang="en-US"/>
          </a:p>
        </p:txBody>
      </p:sp>
      <p:sp>
        <p:nvSpPr>
          <p:cNvPr id="7" name="Slide Number Placeholder 6"/>
          <p:cNvSpPr>
            <a:spLocks noGrp="1"/>
          </p:cNvSpPr>
          <p:nvPr>
            <p:ph type="sldNum" sz="quarter" idx="5"/>
          </p:nvPr>
        </p:nvSpPr>
        <p:spPr>
          <a:xfrm>
            <a:off x="3849688" y="9429750"/>
            <a:ext cx="2946400" cy="495300"/>
          </a:xfrm>
          <a:prstGeom prst="rect">
            <a:avLst/>
          </a:prstGeom>
        </p:spPr>
        <p:txBody>
          <a:bodyPr vert="horz" wrap="square" lIns="95571" tIns="47786" rIns="95571" bIns="47786" numCol="1" anchor="b" anchorCtr="0" compatLnSpc="1">
            <a:prstTxWarp prst="textNoShape">
              <a:avLst/>
            </a:prstTxWarp>
          </a:bodyPr>
          <a:lstStyle>
            <a:lvl1pPr algn="r" eaLnBrk="1" hangingPunct="1">
              <a:defRPr sz="1300" smtClean="0">
                <a:latin typeface="Calibri" pitchFamily="34" charset="0"/>
              </a:defRPr>
            </a:lvl1pPr>
          </a:lstStyle>
          <a:p>
            <a:pPr>
              <a:defRPr/>
            </a:pPr>
            <a:fld id="{F2D8CC3F-ADB2-4AF7-880C-111F7E6C7FE6}" type="slidenum">
              <a:rPr lang="en-US" altLang="en-US"/>
              <a:pPr>
                <a:defRPr/>
              </a:pPr>
              <a:t>‹#›</a:t>
            </a:fld>
            <a:endParaRPr lang="en-US" altLang="en-US"/>
          </a:p>
        </p:txBody>
      </p:sp>
    </p:spTree>
    <p:extLst>
      <p:ext uri="{BB962C8B-B14F-4D97-AF65-F5344CB8AC3E}">
        <p14:creationId xmlns:p14="http://schemas.microsoft.com/office/powerpoint/2010/main" val="2730264579"/>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rtl="0">
      <a:defRPr sz="1200" kern="1200">
        <a:solidFill>
          <a:schemeClr val="tx1"/>
        </a:solidFill>
        <a:latin typeface="+mn-lt"/>
        <a:ea typeface="+mn-ea"/>
        <a:cs typeface="+mn-cs"/>
      </a:defRPr>
    </a:lvl6pPr>
    <a:lvl7pPr marL="2743200" algn="l" rtl="0">
      <a:defRPr sz="1200" kern="1200">
        <a:solidFill>
          <a:schemeClr val="tx1"/>
        </a:solidFill>
        <a:latin typeface="+mn-lt"/>
        <a:ea typeface="+mn-ea"/>
        <a:cs typeface="+mn-cs"/>
      </a:defRPr>
    </a:lvl7pPr>
    <a:lvl8pPr marL="3200400" algn="l" rtl="0">
      <a:defRPr sz="1200" kern="1200">
        <a:solidFill>
          <a:schemeClr val="tx1"/>
        </a:solidFill>
        <a:latin typeface="+mn-lt"/>
        <a:ea typeface="+mn-ea"/>
        <a:cs typeface="+mn-cs"/>
      </a:defRPr>
    </a:lvl8pPr>
    <a:lvl9pPr marL="3657600" algn="l" rtl="0">
      <a:defRPr sz="1200" kern="1200">
        <a:solidFill>
          <a:schemeClr val="tx1"/>
        </a:solidFill>
        <a:latin typeface="+mn-lt"/>
        <a:ea typeface="+mn-ea"/>
        <a:cs typeface="+mn-cs"/>
      </a:defRPr>
    </a:lvl9pPr>
    <a:extLst/>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
          <p:cNvSpPr>
            <a:spLocks noGrp="1" noRot="1" noChangeAspect="1" noTextEdit="1"/>
          </p:cNvSpPr>
          <p:nvPr>
            <p:ph type="sldImg"/>
          </p:nvPr>
        </p:nvSpPr>
        <p:spPr bwMode="auto">
          <a:noFill/>
          <a:ln>
            <a:solidFill>
              <a:srgbClr val="000000"/>
            </a:solidFill>
            <a:miter lim="800000"/>
            <a:headEnd/>
            <a:tailEnd/>
          </a:ln>
        </p:spPr>
      </p:sp>
      <p:sp>
        <p:nvSpPr>
          <p:cNvPr id="25603" name="Rectangle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25604" name="Rectangle 3"/>
          <p:cNvSpPr>
            <a:spLocks noGrp="1" noChangeArrowheads="1"/>
          </p:cNvSpPr>
          <p:nvPr>
            <p:ph type="sldNum" sz="quarter" idx="5"/>
          </p:nvPr>
        </p:nvSpPr>
        <p:spPr bwMode="auto">
          <a:noFill/>
          <a:ln>
            <a:miter lim="800000"/>
            <a:headEnd/>
            <a:tailEnd/>
          </a:ln>
        </p:spPr>
        <p:txBody>
          <a:bodyPr/>
          <a:lstStyle/>
          <a:p>
            <a:fld id="{27CB6598-6B20-4959-AEAD-7269146248E2}" type="slidenum">
              <a:rPr lang="en-US" altLang="en-US"/>
              <a:pPr/>
              <a:t>2</a:t>
            </a:fld>
            <a:endParaRPr lang="en-US" altLang="en-US"/>
          </a:p>
        </p:txBody>
      </p:sp>
    </p:spTree>
    <p:extLst>
      <p:ext uri="{BB962C8B-B14F-4D97-AF65-F5344CB8AC3E}">
        <p14:creationId xmlns:p14="http://schemas.microsoft.com/office/powerpoint/2010/main" val="230318377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
          <p:cNvSpPr>
            <a:spLocks noGrp="1" noRot="1" noChangeAspect="1" noTextEdit="1"/>
          </p:cNvSpPr>
          <p:nvPr>
            <p:ph type="sldImg"/>
          </p:nvPr>
        </p:nvSpPr>
        <p:spPr bwMode="auto">
          <a:noFill/>
          <a:ln>
            <a:solidFill>
              <a:srgbClr val="000000"/>
            </a:solidFill>
            <a:miter lim="800000"/>
            <a:headEnd/>
            <a:tailEnd/>
          </a:ln>
        </p:spPr>
      </p:sp>
      <p:sp>
        <p:nvSpPr>
          <p:cNvPr id="25603" name="Rectangle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25604" name="Rectangle 3"/>
          <p:cNvSpPr>
            <a:spLocks noGrp="1" noChangeArrowheads="1"/>
          </p:cNvSpPr>
          <p:nvPr>
            <p:ph type="sldNum" sz="quarter" idx="5"/>
          </p:nvPr>
        </p:nvSpPr>
        <p:spPr bwMode="auto">
          <a:noFill/>
          <a:ln>
            <a:miter lim="800000"/>
            <a:headEnd/>
            <a:tailEnd/>
          </a:ln>
        </p:spPr>
        <p:txBody>
          <a:bodyPr/>
          <a:lstStyle/>
          <a:p>
            <a:fld id="{27CB6598-6B20-4959-AEAD-7269146248E2}" type="slidenum">
              <a:rPr lang="en-US" altLang="en-US"/>
              <a:pPr/>
              <a:t>3</a:t>
            </a:fld>
            <a:endParaRPr lang="en-US" altLang="en-US"/>
          </a:p>
        </p:txBody>
      </p:sp>
    </p:spTree>
    <p:extLst>
      <p:ext uri="{BB962C8B-B14F-4D97-AF65-F5344CB8AC3E}">
        <p14:creationId xmlns:p14="http://schemas.microsoft.com/office/powerpoint/2010/main" val="349891671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a:defRPr/>
            </a:pPr>
            <a:fld id="{F2D8CC3F-ADB2-4AF7-880C-111F7E6C7FE6}" type="slidenum">
              <a:rPr lang="en-US" altLang="en-US" smtClean="0"/>
              <a:pPr>
                <a:defRPr/>
              </a:pPr>
              <a:t>5</a:t>
            </a:fld>
            <a:endParaRPr lang="en-US" altLang="en-US"/>
          </a:p>
        </p:txBody>
      </p:sp>
    </p:spTree>
    <p:extLst>
      <p:ext uri="{BB962C8B-B14F-4D97-AF65-F5344CB8AC3E}">
        <p14:creationId xmlns:p14="http://schemas.microsoft.com/office/powerpoint/2010/main" val="21912452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F2D8CC3F-ADB2-4AF7-880C-111F7E6C7FE6}" type="slidenum">
              <a:rPr lang="en-US" altLang="en-US" smtClean="0"/>
              <a:pPr>
                <a:defRPr/>
              </a:pPr>
              <a:t>6</a:t>
            </a:fld>
            <a:endParaRPr lang="en-US" altLang="en-US"/>
          </a:p>
        </p:txBody>
      </p:sp>
    </p:spTree>
    <p:extLst>
      <p:ext uri="{BB962C8B-B14F-4D97-AF65-F5344CB8AC3E}">
        <p14:creationId xmlns:p14="http://schemas.microsoft.com/office/powerpoint/2010/main" val="308382211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0">
          <a:blip r:embed="rId3" cstate="print"/>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bwMode="ltGray">
          <a:xfrm>
            <a:off x="0" y="0"/>
            <a:ext cx="9144000" cy="3851275"/>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5" name="Rectangle 4"/>
          <p:cNvSpPr/>
          <p:nvPr/>
        </p:nvSpPr>
        <p:spPr bwMode="invGray">
          <a:xfrm>
            <a:off x="0" y="3846513"/>
            <a:ext cx="9144000" cy="33337"/>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2" name="Title 1"/>
          <p:cNvSpPr>
            <a:spLocks noGrp="1"/>
          </p:cNvSpPr>
          <p:nvPr>
            <p:ph type="ctrTitle"/>
          </p:nvPr>
        </p:nvSpPr>
        <p:spPr>
          <a:xfrm>
            <a:off x="685800" y="2516886"/>
            <a:ext cx="8077200" cy="1255014"/>
          </a:xfrm>
        </p:spPr>
        <p:txBody>
          <a:bodyPr tIns="0" bIns="0" anchor="t"/>
          <a:lstStyle>
            <a:lvl1pPr algn="l">
              <a:defRPr sz="4700" b="1"/>
            </a:lvl1pPr>
            <a:extLst/>
          </a:lstStyle>
          <a:p>
            <a:r>
              <a:rPr lang="en-US"/>
              <a:t>Click to edit Master title style</a:t>
            </a:r>
          </a:p>
        </p:txBody>
      </p:sp>
      <p:sp>
        <p:nvSpPr>
          <p:cNvPr id="3" name="Subtitle 2"/>
          <p:cNvSpPr>
            <a:spLocks noGrp="1"/>
          </p:cNvSpPr>
          <p:nvPr>
            <p:ph type="subTitle" idx="1"/>
          </p:nvPr>
        </p:nvSpPr>
        <p:spPr>
          <a:xfrm>
            <a:off x="685800" y="1371600"/>
            <a:ext cx="8077200" cy="1124712"/>
          </a:xfrm>
        </p:spPr>
        <p:txBody>
          <a:bodyPr lIns="118872" tIns="0" rIns="45720" bIns="0" anchor="b"/>
          <a:lstStyle>
            <a:lvl1pPr marL="0" indent="0" algn="l">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extLst/>
          </a:lstStyle>
          <a:p>
            <a:r>
              <a:rPr lang="en-US"/>
              <a:t>Click to edit Master subtitle style</a:t>
            </a:r>
          </a:p>
        </p:txBody>
      </p:sp>
      <p:sp>
        <p:nvSpPr>
          <p:cNvPr id="6" name="Date Placeholder 3"/>
          <p:cNvSpPr>
            <a:spLocks noGrp="1"/>
          </p:cNvSpPr>
          <p:nvPr>
            <p:ph type="dt" sz="half" idx="10"/>
          </p:nvPr>
        </p:nvSpPr>
        <p:spPr/>
        <p:txBody>
          <a:bodyPr/>
          <a:lstStyle>
            <a:lvl1pPr>
              <a:defRPr/>
            </a:lvl1pPr>
          </a:lstStyle>
          <a:p>
            <a:pPr>
              <a:defRPr/>
            </a:pPr>
            <a:fld id="{A0098F1B-732B-4B15-AFB8-71C8E10A67EF}" type="datetime3">
              <a:rPr lang="en-US" smtClean="0"/>
              <a:pPr>
                <a:defRPr/>
              </a:pPr>
              <a:t>28 May 2025</a:t>
            </a:fld>
            <a:endParaRPr lang="en-US" dirty="0"/>
          </a:p>
        </p:txBody>
      </p:sp>
      <p:sp>
        <p:nvSpPr>
          <p:cNvPr id="7" name="Footer Placeholder 4"/>
          <p:cNvSpPr>
            <a:spLocks noGrp="1"/>
          </p:cNvSpPr>
          <p:nvPr>
            <p:ph type="ftr" sz="quarter" idx="11"/>
          </p:nvPr>
        </p:nvSpPr>
        <p:spPr/>
        <p:txBody>
          <a:bodyPr/>
          <a:lstStyle>
            <a:lvl1pPr>
              <a:defRPr/>
            </a:lvl1pPr>
          </a:lstStyle>
          <a:p>
            <a:pPr>
              <a:defRPr/>
            </a:pPr>
            <a:r>
              <a:rPr lang="en-IN"/>
              <a:t>0  th REVIEW PRESENTATION </a:t>
            </a:r>
            <a:endParaRPr lang="en-US" dirty="0"/>
          </a:p>
        </p:txBody>
      </p:sp>
      <p:sp>
        <p:nvSpPr>
          <p:cNvPr id="8" name="Slide Number Placeholder 5"/>
          <p:cNvSpPr>
            <a:spLocks noGrp="1"/>
          </p:cNvSpPr>
          <p:nvPr>
            <p:ph type="sldNum" sz="quarter" idx="12"/>
          </p:nvPr>
        </p:nvSpPr>
        <p:spPr/>
        <p:txBody>
          <a:bodyPr/>
          <a:lstStyle>
            <a:lvl1pPr>
              <a:defRPr smtClean="0">
                <a:solidFill>
                  <a:srgbClr val="FFFFFF"/>
                </a:solidFill>
              </a:defRPr>
            </a:lvl1pPr>
          </a:lstStyle>
          <a:p>
            <a:pPr>
              <a:defRPr/>
            </a:pPr>
            <a:fld id="{C0A8E10E-36D1-42AB-939C-34BEB33CD9E4}" type="slidenum">
              <a:rPr lang="en-US" altLang="en-US"/>
              <a:pPr>
                <a:defRPr/>
              </a:pPr>
              <a:t>‹#›</a:t>
            </a:fld>
            <a:endParaRPr lang="en-US" alt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6586"/>
            <a:ext cx="8229600" cy="939546"/>
          </a:xfrm>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C6006545-E01F-4999-8435-D98DCEF39518}" type="datetime3">
              <a:rPr lang="en-US" smtClean="0"/>
              <a:pPr>
                <a:defRPr/>
              </a:pPr>
              <a:t>28 May 2025</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IN"/>
              <a:t>0  th REVIEW PRESENTATION </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0E14ABD8-B1EB-4C07-9937-C8C4E38BDF00}" type="slidenum">
              <a:rPr lang="en-US" altLang="en-US"/>
              <a:pPr>
                <a:defRPr/>
              </a:pPr>
              <a:t>‹#›</a:t>
            </a:fld>
            <a:endParaRPr lang="en-US"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blipFill dpi="0" rotWithShape="0">
          <a:blip r:embed="rId3" cstate="print"/>
          <a:srcRect/>
          <a:stretch>
            <a:fillRect/>
          </a:stretch>
        </a:blipFill>
        <a:effectLst/>
      </p:bgPr>
    </p:bg>
    <p:spTree>
      <p:nvGrpSpPr>
        <p:cNvPr id="1" name=""/>
        <p:cNvGrpSpPr/>
        <p:nvPr/>
      </p:nvGrpSpPr>
      <p:grpSpPr>
        <a:xfrm>
          <a:off x="0" y="0"/>
          <a:ext cx="0" cy="0"/>
          <a:chOff x="0" y="0"/>
          <a:chExt cx="0" cy="0"/>
        </a:xfrm>
      </p:grpSpPr>
      <p:sp>
        <p:nvSpPr>
          <p:cNvPr id="4" name="Rectangle 3"/>
          <p:cNvSpPr/>
          <p:nvPr/>
        </p:nvSpPr>
        <p:spPr bwMode="ltGray">
          <a:xfrm>
            <a:off x="0" y="0"/>
            <a:ext cx="9144000" cy="1952625"/>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5" name="Rectangle 4"/>
          <p:cNvSpPr/>
          <p:nvPr/>
        </p:nvSpPr>
        <p:spPr bwMode="invGray">
          <a:xfrm>
            <a:off x="0" y="1952625"/>
            <a:ext cx="9144000" cy="33338"/>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2" name="Title 1"/>
          <p:cNvSpPr>
            <a:spLocks noGrp="1"/>
          </p:cNvSpPr>
          <p:nvPr>
            <p:ph type="title"/>
          </p:nvPr>
        </p:nvSpPr>
        <p:spPr>
          <a:xfrm>
            <a:off x="749808" y="89154"/>
            <a:ext cx="8013192" cy="1227582"/>
          </a:xfrm>
        </p:spPr>
        <p:txBody>
          <a:bodyPr tIns="0" rIns="91440" bIns="0" anchor="b"/>
          <a:lstStyle>
            <a:lvl1pPr algn="l">
              <a:defRPr sz="4700" b="1" cap="none" baseline="0"/>
            </a:lvl1pPr>
            <a:extLst/>
          </a:lstStyle>
          <a:p>
            <a:r>
              <a:rPr lang="en-US"/>
              <a:t>Click to edit Master title style</a:t>
            </a:r>
          </a:p>
        </p:txBody>
      </p:sp>
      <p:sp>
        <p:nvSpPr>
          <p:cNvPr id="3" name="Text Placeholder 2"/>
          <p:cNvSpPr>
            <a:spLocks noGrp="1"/>
          </p:cNvSpPr>
          <p:nvPr>
            <p:ph type="body" idx="1"/>
          </p:nvPr>
        </p:nvSpPr>
        <p:spPr>
          <a:xfrm>
            <a:off x="740664" y="1371600"/>
            <a:ext cx="8022336" cy="514350"/>
          </a:xfrm>
        </p:spPr>
        <p:txBody>
          <a:bodyPr lIns="146304" tIns="0" rIns="45720" bIns="0"/>
          <a:lstStyle>
            <a:lvl1pPr marL="0" indent="0">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extLst/>
          </a:lstStyle>
          <a:p>
            <a:pPr lvl="0"/>
            <a:r>
              <a:rPr lang="en-US"/>
              <a:t>Click to edit Master text styles</a:t>
            </a:r>
          </a:p>
        </p:txBody>
      </p:sp>
      <p:sp>
        <p:nvSpPr>
          <p:cNvPr id="6" name="Date Placeholder 3"/>
          <p:cNvSpPr>
            <a:spLocks noGrp="1"/>
          </p:cNvSpPr>
          <p:nvPr>
            <p:ph type="dt" sz="half" idx="10"/>
          </p:nvPr>
        </p:nvSpPr>
        <p:spPr/>
        <p:txBody>
          <a:bodyPr/>
          <a:lstStyle>
            <a:lvl1pPr>
              <a:defRPr/>
            </a:lvl1pPr>
          </a:lstStyle>
          <a:p>
            <a:pPr>
              <a:defRPr/>
            </a:pPr>
            <a:fld id="{E6564B89-5B64-4722-B4EE-2C1A1CA3E7C2}" type="datetime3">
              <a:rPr lang="en-US" smtClean="0"/>
              <a:pPr>
                <a:defRPr/>
              </a:pPr>
              <a:t>28 May 2025</a:t>
            </a:fld>
            <a:endParaRPr lang="en-US" dirty="0"/>
          </a:p>
        </p:txBody>
      </p:sp>
      <p:sp>
        <p:nvSpPr>
          <p:cNvPr id="7" name="Footer Placeholder 4"/>
          <p:cNvSpPr>
            <a:spLocks noGrp="1"/>
          </p:cNvSpPr>
          <p:nvPr>
            <p:ph type="ftr" sz="quarter" idx="11"/>
          </p:nvPr>
        </p:nvSpPr>
        <p:spPr/>
        <p:txBody>
          <a:bodyPr/>
          <a:lstStyle>
            <a:lvl1pPr>
              <a:defRPr/>
            </a:lvl1pPr>
          </a:lstStyle>
          <a:p>
            <a:pPr>
              <a:defRPr/>
            </a:pPr>
            <a:r>
              <a:rPr lang="en-IN"/>
              <a:t>0  th REVIEW PRESENTATION </a:t>
            </a:r>
            <a:endParaRPr lang="en-US" dirty="0"/>
          </a:p>
        </p:txBody>
      </p:sp>
      <p:sp>
        <p:nvSpPr>
          <p:cNvPr id="8" name="Slide Number Placeholder 5"/>
          <p:cNvSpPr>
            <a:spLocks noGrp="1"/>
          </p:cNvSpPr>
          <p:nvPr>
            <p:ph type="sldNum" sz="quarter" idx="12"/>
          </p:nvPr>
        </p:nvSpPr>
        <p:spPr/>
        <p:txBody>
          <a:bodyPr/>
          <a:lstStyle>
            <a:lvl1pPr>
              <a:defRPr smtClean="0">
                <a:solidFill>
                  <a:srgbClr val="FFFFFF"/>
                </a:solidFill>
              </a:defRPr>
            </a:lvl1pPr>
          </a:lstStyle>
          <a:p>
            <a:pPr>
              <a:defRPr/>
            </a:pPr>
            <a:fld id="{BEE0AD74-942B-45F6-8EEE-203197083F56}" type="slidenum">
              <a:rPr lang="en-US" altLang="en-US"/>
              <a:pPr>
                <a:defRPr/>
              </a:pPr>
              <a:t>‹#›</a:t>
            </a:fld>
            <a:endParaRPr lang="en-US" alt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30452"/>
            <a:ext cx="4038600" cy="3467862"/>
          </a:xfrm>
        </p:spPr>
        <p:txBody>
          <a:bodyPr lIns="91440"/>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330452"/>
            <a:ext cx="4038600" cy="346786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C84AB397-A81A-4931-B8F2-9CA8F945AB0F}" type="datetime3">
              <a:rPr lang="en-US" smtClean="0"/>
              <a:pPr>
                <a:defRPr/>
              </a:pPr>
              <a:t>28 May 2025</a:t>
            </a:fld>
            <a:endParaRPr lang="en-US" dirty="0"/>
          </a:p>
        </p:txBody>
      </p:sp>
      <p:sp>
        <p:nvSpPr>
          <p:cNvPr id="6" name="Footer Placeholder 4"/>
          <p:cNvSpPr>
            <a:spLocks noGrp="1"/>
          </p:cNvSpPr>
          <p:nvPr>
            <p:ph type="ftr" sz="quarter" idx="11"/>
          </p:nvPr>
        </p:nvSpPr>
        <p:spPr/>
        <p:txBody>
          <a:bodyPr/>
          <a:lstStyle>
            <a:lvl1pPr>
              <a:defRPr/>
            </a:lvl1pPr>
          </a:lstStyle>
          <a:p>
            <a:pPr>
              <a:defRPr/>
            </a:pPr>
            <a:r>
              <a:rPr lang="en-IN"/>
              <a:t>0  th REVIEW PRESENTATION </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DB554FDC-F986-4516-81A3-5CBC9634E9C1}" type="slidenum">
              <a:rPr lang="en-US" altLang="en-US"/>
              <a:pPr>
                <a:defRPr/>
              </a:pPr>
              <a:t>‹#›</a:t>
            </a:fld>
            <a:endParaRPr lang="en-US"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extLst/>
          </a:lstStyle>
          <a:p>
            <a:r>
              <a:rPr lang="en-US"/>
              <a:t>Click to edit Master title style</a:t>
            </a:r>
          </a:p>
        </p:txBody>
      </p:sp>
      <p:sp>
        <p:nvSpPr>
          <p:cNvPr id="3" name="Text Placeholder 2"/>
          <p:cNvSpPr>
            <a:spLocks noGrp="1"/>
          </p:cNvSpPr>
          <p:nvPr>
            <p:ph type="body" idx="1"/>
          </p:nvPr>
        </p:nvSpPr>
        <p:spPr>
          <a:xfrm>
            <a:off x="457200" y="1274241"/>
            <a:ext cx="4040188" cy="536516"/>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a:r>
              <a:rPr lang="en-US"/>
              <a:t>Click to edit Master text styles</a:t>
            </a:r>
          </a:p>
        </p:txBody>
      </p:sp>
      <p:sp>
        <p:nvSpPr>
          <p:cNvPr id="4" name="Content Placeholder 3"/>
          <p:cNvSpPr>
            <a:spLocks noGrp="1"/>
          </p:cNvSpPr>
          <p:nvPr>
            <p:ph sz="half" idx="2"/>
          </p:nvPr>
        </p:nvSpPr>
        <p:spPr>
          <a:xfrm>
            <a:off x="457200" y="1837134"/>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274241"/>
            <a:ext cx="4041775" cy="536516"/>
          </a:xfrm>
        </p:spPr>
        <p:txBody>
          <a:bodyPr lIns="146304" anchor="ctr"/>
          <a:lstStyle>
            <a:lvl1pPr marL="0" indent="0">
              <a:buNone/>
              <a:defRPr sz="23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extLst/>
          </a:lstStyle>
          <a:p>
            <a:pPr lvl="0"/>
            <a:r>
              <a:rPr lang="en-US"/>
              <a:t>Click to edit Master text styles</a:t>
            </a:r>
          </a:p>
        </p:txBody>
      </p:sp>
      <p:sp>
        <p:nvSpPr>
          <p:cNvPr id="6" name="Content Placeholder 5"/>
          <p:cNvSpPr>
            <a:spLocks noGrp="1"/>
          </p:cNvSpPr>
          <p:nvPr>
            <p:ph sz="quarter" idx="4"/>
          </p:nvPr>
        </p:nvSpPr>
        <p:spPr>
          <a:xfrm>
            <a:off x="4645026" y="1837134"/>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5C0F3814-7D68-41F9-8E1F-730F476A46FC}" type="datetime3">
              <a:rPr lang="en-US" smtClean="0"/>
              <a:pPr>
                <a:defRPr/>
              </a:pPr>
              <a:t>28 May 2025</a:t>
            </a:fld>
            <a:endParaRPr lang="en-US" dirty="0"/>
          </a:p>
        </p:txBody>
      </p:sp>
      <p:sp>
        <p:nvSpPr>
          <p:cNvPr id="8" name="Footer Placeholder 4"/>
          <p:cNvSpPr>
            <a:spLocks noGrp="1"/>
          </p:cNvSpPr>
          <p:nvPr>
            <p:ph type="ftr" sz="quarter" idx="11"/>
          </p:nvPr>
        </p:nvSpPr>
        <p:spPr/>
        <p:txBody>
          <a:bodyPr/>
          <a:lstStyle>
            <a:lvl1pPr>
              <a:defRPr/>
            </a:lvl1pPr>
          </a:lstStyle>
          <a:p>
            <a:pPr>
              <a:defRPr/>
            </a:pPr>
            <a:r>
              <a:rPr lang="en-IN"/>
              <a:t>0  th REVIEW PRESENTATION </a:t>
            </a: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02A63921-D0A8-45BD-ADF0-24CC5F135FEC}" type="slidenum">
              <a:rPr lang="en-US" altLang="en-US"/>
              <a:pPr>
                <a:defRPr/>
              </a:pPr>
              <a:t>‹#›</a:t>
            </a:fld>
            <a:endParaRPr lang="en-US"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0FE02CD6-32A7-40FD-A976-CDC217CE51EF}" type="datetime3">
              <a:rPr lang="en-US" smtClean="0"/>
              <a:pPr>
                <a:defRPr/>
              </a:pPr>
              <a:t>28 May 2025</a:t>
            </a:fld>
            <a:endParaRPr lang="en-US" dirty="0"/>
          </a:p>
        </p:txBody>
      </p:sp>
      <p:sp>
        <p:nvSpPr>
          <p:cNvPr id="4" name="Footer Placeholder 4"/>
          <p:cNvSpPr>
            <a:spLocks noGrp="1"/>
          </p:cNvSpPr>
          <p:nvPr>
            <p:ph type="ftr" sz="quarter" idx="11"/>
          </p:nvPr>
        </p:nvSpPr>
        <p:spPr/>
        <p:txBody>
          <a:bodyPr/>
          <a:lstStyle>
            <a:lvl1pPr>
              <a:defRPr/>
            </a:lvl1pPr>
          </a:lstStyle>
          <a:p>
            <a:pPr>
              <a:defRPr/>
            </a:pPr>
            <a:r>
              <a:rPr lang="en-IN"/>
              <a:t>0  th REVIEW PRESENTATION </a:t>
            </a: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4CE540F1-D866-4735-9E65-A1952EADD02D}" type="slidenum">
              <a:rPr lang="en-US" altLang="en-US"/>
              <a:pPr>
                <a:defRPr/>
              </a:pPr>
              <a:t>‹#›</a:t>
            </a:fld>
            <a:endParaRPr lang="en-US"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pPr>
              <a:defRPr/>
            </a:pPr>
            <a:fld id="{AE7E594E-F475-41AD-BB75-6D6605CEE27F}" type="datetime3">
              <a:rPr lang="en-US" smtClean="0"/>
              <a:pPr>
                <a:defRPr/>
              </a:pPr>
              <a:t>28 May 2025</a:t>
            </a:fld>
            <a:endParaRPr lang="en-US" dirty="0"/>
          </a:p>
        </p:txBody>
      </p:sp>
      <p:sp>
        <p:nvSpPr>
          <p:cNvPr id="3" name="Footer Placeholder 2"/>
          <p:cNvSpPr>
            <a:spLocks noGrp="1"/>
          </p:cNvSpPr>
          <p:nvPr>
            <p:ph type="ftr" sz="quarter" idx="11"/>
          </p:nvPr>
        </p:nvSpPr>
        <p:spPr/>
        <p:txBody>
          <a:bodyPr/>
          <a:lstStyle>
            <a:lvl1pPr>
              <a:defRPr/>
            </a:lvl1pPr>
          </a:lstStyle>
          <a:p>
            <a:pPr>
              <a:defRPr/>
            </a:pPr>
            <a:r>
              <a:rPr lang="en-IN"/>
              <a:t>0  th REVIEW PRESENTATION </a:t>
            </a:r>
            <a:endParaRPr lang="en-US" dirty="0"/>
          </a:p>
        </p:txBody>
      </p:sp>
      <p:sp>
        <p:nvSpPr>
          <p:cNvPr id="4" name="Slide Number Placeholder 3"/>
          <p:cNvSpPr>
            <a:spLocks noGrp="1"/>
          </p:cNvSpPr>
          <p:nvPr>
            <p:ph type="sldNum" sz="quarter" idx="12"/>
          </p:nvPr>
        </p:nvSpPr>
        <p:spPr/>
        <p:txBody>
          <a:bodyPr/>
          <a:lstStyle>
            <a:lvl1pPr>
              <a:defRPr smtClean="0"/>
            </a:lvl1pPr>
          </a:lstStyle>
          <a:p>
            <a:pPr>
              <a:defRPr/>
            </a:pPr>
            <a:fld id="{2571F5BB-190B-45BA-B754-2541F8CA6F46}" type="slidenum">
              <a:rPr lang="en-US" altLang="en-US"/>
              <a:pPr>
                <a:defRPr/>
              </a:pPr>
              <a:t>‹#›</a:t>
            </a:fld>
            <a:endParaRPr lang="en-US"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5" name="Rectangle 4"/>
          <p:cNvSpPr/>
          <p:nvPr/>
        </p:nvSpPr>
        <p:spPr bwMode="invGray">
          <a:xfrm>
            <a:off x="2855913" y="0"/>
            <a:ext cx="46037" cy="1090613"/>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6" name="Rectangle 5"/>
          <p:cNvSpPr/>
          <p:nvPr/>
        </p:nvSpPr>
        <p:spPr bwMode="invGray">
          <a:xfrm>
            <a:off x="2855913" y="0"/>
            <a:ext cx="46037" cy="1090613"/>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2" name="Title 1"/>
          <p:cNvSpPr>
            <a:spLocks noGrp="1"/>
          </p:cNvSpPr>
          <p:nvPr>
            <p:ph type="title"/>
          </p:nvPr>
        </p:nvSpPr>
        <p:spPr>
          <a:xfrm>
            <a:off x="167838" y="114300"/>
            <a:ext cx="2523744" cy="733806"/>
          </a:xfrm>
        </p:spPr>
        <p:txBody>
          <a:bodyPr lIns="73152" bIns="0" anchor="b">
            <a:sp3d prstMaterial="matte"/>
          </a:bodyPr>
          <a:lstStyle>
            <a:lvl1pPr algn="l">
              <a:defRPr sz="2000" b="0"/>
            </a:lvl1pPr>
            <a:extLst/>
          </a:lstStyle>
          <a:p>
            <a:r>
              <a:rPr lang="en-US"/>
              <a:t>Click to edit Master title style</a:t>
            </a:r>
          </a:p>
        </p:txBody>
      </p:sp>
      <p:sp>
        <p:nvSpPr>
          <p:cNvPr id="3" name="Content Placeholder 2"/>
          <p:cNvSpPr>
            <a:spLocks noGrp="1"/>
          </p:cNvSpPr>
          <p:nvPr>
            <p:ph idx="1"/>
          </p:nvPr>
        </p:nvSpPr>
        <p:spPr>
          <a:xfrm>
            <a:off x="3019378" y="1307350"/>
            <a:ext cx="5920641" cy="341916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extLs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67838" y="1297514"/>
            <a:ext cx="2468880" cy="3429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a:r>
              <a:rPr lang="en-US"/>
              <a:t>Click to edit Master text styles</a:t>
            </a:r>
          </a:p>
        </p:txBody>
      </p:sp>
      <p:sp>
        <p:nvSpPr>
          <p:cNvPr id="7" name="Date Placeholder 4"/>
          <p:cNvSpPr>
            <a:spLocks noGrp="1"/>
          </p:cNvSpPr>
          <p:nvPr>
            <p:ph type="dt" sz="half" idx="10"/>
          </p:nvPr>
        </p:nvSpPr>
        <p:spPr/>
        <p:txBody>
          <a:bodyPr/>
          <a:lstStyle>
            <a:lvl1pPr>
              <a:defRPr/>
            </a:lvl1pPr>
          </a:lstStyle>
          <a:p>
            <a:pPr>
              <a:defRPr/>
            </a:pPr>
            <a:fld id="{91E2B4D4-B6E2-47FD-85E2-7D101084715D}" type="datetime3">
              <a:rPr lang="en-US" smtClean="0"/>
              <a:pPr>
                <a:defRPr/>
              </a:pPr>
              <a:t>28 May 2025</a:t>
            </a:fld>
            <a:endParaRPr lang="en-US" dirty="0"/>
          </a:p>
        </p:txBody>
      </p:sp>
      <p:sp>
        <p:nvSpPr>
          <p:cNvPr id="8" name="Footer Placeholder 5"/>
          <p:cNvSpPr>
            <a:spLocks noGrp="1"/>
          </p:cNvSpPr>
          <p:nvPr>
            <p:ph type="ftr" sz="quarter" idx="11"/>
          </p:nvPr>
        </p:nvSpPr>
        <p:spPr/>
        <p:txBody>
          <a:bodyPr/>
          <a:lstStyle>
            <a:lvl1pPr>
              <a:defRPr/>
            </a:lvl1pPr>
          </a:lstStyle>
          <a:p>
            <a:pPr>
              <a:defRPr/>
            </a:pPr>
            <a:r>
              <a:rPr lang="en-IN"/>
              <a:t>0  th REVIEW PRESENTATION </a:t>
            </a:r>
            <a:endParaRPr lang="en-US" dirty="0"/>
          </a:p>
        </p:txBody>
      </p:sp>
      <p:sp>
        <p:nvSpPr>
          <p:cNvPr id="9" name="Slide Number Placeholder 6"/>
          <p:cNvSpPr>
            <a:spLocks noGrp="1"/>
          </p:cNvSpPr>
          <p:nvPr>
            <p:ph type="sldNum" sz="quarter" idx="12"/>
          </p:nvPr>
        </p:nvSpPr>
        <p:spPr/>
        <p:txBody>
          <a:bodyPr/>
          <a:lstStyle>
            <a:lvl1pPr>
              <a:defRPr smtClean="0"/>
            </a:lvl1pPr>
          </a:lstStyle>
          <a:p>
            <a:pPr>
              <a:defRPr/>
            </a:pPr>
            <a:fld id="{4B3D1EAA-7E8D-49EA-BCBB-3C5BA424400D}" type="slidenum">
              <a:rPr lang="en-US" altLang="en-US"/>
              <a:pPr>
                <a:defRPr/>
              </a:pPr>
              <a:t>‹#›</a:t>
            </a:fld>
            <a:endParaRPr lang="en-US"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bg2"/>
        </a:solidFill>
        <a:effectLst/>
      </p:bgPr>
    </p:bg>
    <p:spTree>
      <p:nvGrpSpPr>
        <p:cNvPr id="1" name=""/>
        <p:cNvGrpSpPr/>
        <p:nvPr/>
      </p:nvGrpSpPr>
      <p:grpSpPr>
        <a:xfrm>
          <a:off x="0" y="0"/>
          <a:ext cx="0" cy="0"/>
          <a:chOff x="0" y="0"/>
          <a:chExt cx="0" cy="0"/>
        </a:xfrm>
      </p:grpSpPr>
      <p:sp>
        <p:nvSpPr>
          <p:cNvPr id="5" name="Rectangle 4"/>
          <p:cNvSpPr/>
          <p:nvPr/>
        </p:nvSpPr>
        <p:spPr>
          <a:xfrm>
            <a:off x="2855913" y="0"/>
            <a:ext cx="46037" cy="51435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6" name="Rectangle 5"/>
          <p:cNvSpPr/>
          <p:nvPr/>
        </p:nvSpPr>
        <p:spPr bwMode="invGray">
          <a:xfrm>
            <a:off x="2855913" y="0"/>
            <a:ext cx="46037" cy="5143500"/>
          </a:xfrm>
          <a:prstGeom prst="rect">
            <a:avLst/>
          </a:prstGeom>
          <a:solidFill>
            <a:srgbClr val="FFFFFF"/>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2" name="Title 1"/>
          <p:cNvSpPr>
            <a:spLocks noGrp="1"/>
          </p:cNvSpPr>
          <p:nvPr>
            <p:ph type="title"/>
          </p:nvPr>
        </p:nvSpPr>
        <p:spPr>
          <a:xfrm>
            <a:off x="164592" y="116586"/>
            <a:ext cx="2525150" cy="733806"/>
          </a:xfrm>
        </p:spPr>
        <p:txBody>
          <a:bodyPr lIns="73152" bIns="0" anchor="b">
            <a:sp3d prstMaterial="matte"/>
          </a:bodyPr>
          <a:lstStyle>
            <a:lvl1pPr algn="l">
              <a:defRPr sz="2000" b="0"/>
            </a:lvl1pPr>
            <a:extLst/>
          </a:lstStyle>
          <a:p>
            <a:r>
              <a:rPr lang="en-US"/>
              <a:t>Click to edit Master title style</a:t>
            </a:r>
          </a:p>
        </p:txBody>
      </p:sp>
      <p:sp>
        <p:nvSpPr>
          <p:cNvPr id="3" name="Picture Placeholder 2"/>
          <p:cNvSpPr>
            <a:spLocks noGrp="1"/>
          </p:cNvSpPr>
          <p:nvPr>
            <p:ph type="pic" idx="1"/>
          </p:nvPr>
        </p:nvSpPr>
        <p:spPr>
          <a:xfrm>
            <a:off x="2903806" y="1113606"/>
            <a:ext cx="6247397" cy="4029894"/>
          </a:xfrm>
          <a:solidFill>
            <a:schemeClr val="bg2">
              <a:shade val="75000"/>
            </a:schemeClr>
          </a:solidFill>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extLst/>
          </a:lstStyle>
          <a:p>
            <a:pPr lvl="0"/>
            <a:r>
              <a:rPr lang="en-US" noProof="0"/>
              <a:t>Click icon to add picture</a:t>
            </a:r>
            <a:endParaRPr lang="en-US" noProof="0" dirty="0"/>
          </a:p>
        </p:txBody>
      </p:sp>
      <p:sp>
        <p:nvSpPr>
          <p:cNvPr id="4" name="Text Placeholder 3"/>
          <p:cNvSpPr>
            <a:spLocks noGrp="1"/>
          </p:cNvSpPr>
          <p:nvPr>
            <p:ph type="body" sz="half" idx="2"/>
          </p:nvPr>
        </p:nvSpPr>
        <p:spPr>
          <a:xfrm>
            <a:off x="164592" y="1296162"/>
            <a:ext cx="2468880" cy="342900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extLst/>
          </a:lstStyle>
          <a:p>
            <a:pPr lvl="0"/>
            <a:r>
              <a:rPr lang="en-US"/>
              <a:t>Click to edit Master text styles</a:t>
            </a:r>
          </a:p>
        </p:txBody>
      </p:sp>
      <p:sp>
        <p:nvSpPr>
          <p:cNvPr id="7" name="Date Placeholder 4"/>
          <p:cNvSpPr>
            <a:spLocks noGrp="1"/>
          </p:cNvSpPr>
          <p:nvPr>
            <p:ph type="dt" sz="half" idx="10"/>
          </p:nvPr>
        </p:nvSpPr>
        <p:spPr>
          <a:xfrm>
            <a:off x="165100" y="877888"/>
            <a:ext cx="2522538" cy="150812"/>
          </a:xfrm>
        </p:spPr>
        <p:txBody>
          <a:bodyPr/>
          <a:lstStyle>
            <a:lvl1pPr>
              <a:defRPr/>
            </a:lvl1pPr>
          </a:lstStyle>
          <a:p>
            <a:pPr>
              <a:defRPr/>
            </a:pPr>
            <a:fld id="{22C41680-3D9B-4FE7-ADBA-79948EF16D96}" type="datetime3">
              <a:rPr lang="en-US" smtClean="0"/>
              <a:pPr>
                <a:defRPr/>
              </a:pPr>
              <a:t>28 May 2025</a:t>
            </a:fld>
            <a:endParaRPr lang="en-US" dirty="0"/>
          </a:p>
        </p:txBody>
      </p:sp>
      <p:sp>
        <p:nvSpPr>
          <p:cNvPr id="8" name="Footer Placeholder 5"/>
          <p:cNvSpPr>
            <a:spLocks noGrp="1"/>
          </p:cNvSpPr>
          <p:nvPr>
            <p:ph type="ftr" sz="quarter" idx="11"/>
          </p:nvPr>
        </p:nvSpPr>
        <p:spPr>
          <a:xfrm>
            <a:off x="3035300" y="877888"/>
            <a:ext cx="5194300" cy="150812"/>
          </a:xfrm>
        </p:spPr>
        <p:txBody>
          <a:bodyPr/>
          <a:lstStyle>
            <a:lvl1pPr>
              <a:defRPr>
                <a:solidFill>
                  <a:schemeClr val="bg1">
                    <a:shade val="50000"/>
                  </a:schemeClr>
                </a:solidFill>
              </a:defRPr>
            </a:lvl1pPr>
          </a:lstStyle>
          <a:p>
            <a:pPr>
              <a:defRPr/>
            </a:pPr>
            <a:r>
              <a:rPr lang="en-IN"/>
              <a:t>0  th REVIEW PRESENTATION </a:t>
            </a:r>
            <a:endParaRPr lang="en-US" dirty="0"/>
          </a:p>
        </p:txBody>
      </p:sp>
      <p:sp>
        <p:nvSpPr>
          <p:cNvPr id="9" name="Slide Number Placeholder 6"/>
          <p:cNvSpPr>
            <a:spLocks noGrp="1"/>
          </p:cNvSpPr>
          <p:nvPr>
            <p:ph type="sldNum" sz="quarter" idx="12"/>
          </p:nvPr>
        </p:nvSpPr>
        <p:spPr>
          <a:xfrm>
            <a:off x="8339138" y="877888"/>
            <a:ext cx="733425" cy="150812"/>
          </a:xfrm>
        </p:spPr>
        <p:txBody>
          <a:bodyPr/>
          <a:lstStyle>
            <a:lvl1pPr>
              <a:defRPr smtClean="0"/>
            </a:lvl1pPr>
          </a:lstStyle>
          <a:p>
            <a:pPr>
              <a:defRPr/>
            </a:pPr>
            <a:fld id="{7B93E55C-A662-4067-BE20-A4D82E579A38}" type="slidenum">
              <a:rPr lang="en-US" altLang="en-US"/>
              <a:pPr>
                <a:defRPr/>
              </a:pPr>
              <a:t>‹#›</a:t>
            </a:fld>
            <a:endParaRPr lang="en-US"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5724B062-6228-41C2-ABDD-D7148789000D}" type="datetime3">
              <a:rPr lang="en-US" smtClean="0"/>
              <a:pPr>
                <a:defRPr/>
              </a:pPr>
              <a:t>28 May 2025</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IN"/>
              <a:t>0  th REVIEW PRESENTATION </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9A0C11DA-FA02-4E33-93FC-C378FAF95FBA}" type="slidenum">
              <a:rPr lang="en-US" altLang="en-US"/>
              <a:pPr>
                <a:defRPr/>
              </a:pPr>
              <a:t>‹#›</a:t>
            </a:fld>
            <a:endParaRPr lang="en-US"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4" name="Rectangle 3"/>
          <p:cNvSpPr/>
          <p:nvPr/>
        </p:nvSpPr>
        <p:spPr bwMode="invGray">
          <a:xfrm>
            <a:off x="6599238" y="0"/>
            <a:ext cx="46037" cy="5143500"/>
          </a:xfrm>
          <a:prstGeom prst="rect">
            <a:avLst/>
          </a:prstGeom>
          <a:solidFill>
            <a:srgbClr val="FFFFFF"/>
          </a:solidFill>
          <a:ln w="48000" cap="flat" cmpd="thickThin" algn="ctr">
            <a:noFill/>
            <a:prstDash val="solid"/>
          </a:ln>
          <a:effectLst>
            <a:outerShdw blurRad="31750" dist="10160" dir="108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5" name="Rectangle 4"/>
          <p:cNvSpPr/>
          <p:nvPr/>
        </p:nvSpPr>
        <p:spPr bwMode="ltGray">
          <a:xfrm>
            <a:off x="6648450" y="0"/>
            <a:ext cx="2514600" cy="5143500"/>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2" name="Vertical Title 1"/>
          <p:cNvSpPr>
            <a:spLocks noGrp="1"/>
          </p:cNvSpPr>
          <p:nvPr>
            <p:ph type="title" orient="vert"/>
          </p:nvPr>
        </p:nvSpPr>
        <p:spPr>
          <a:xfrm>
            <a:off x="6781800" y="205980"/>
            <a:ext cx="19050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28600"/>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3"/>
          <p:cNvSpPr>
            <a:spLocks noGrp="1"/>
          </p:cNvSpPr>
          <p:nvPr>
            <p:ph type="dt" sz="half" idx="10"/>
          </p:nvPr>
        </p:nvSpPr>
        <p:spPr/>
        <p:txBody>
          <a:bodyPr/>
          <a:lstStyle>
            <a:lvl1pPr>
              <a:defRPr/>
            </a:lvl1pPr>
          </a:lstStyle>
          <a:p>
            <a:pPr>
              <a:defRPr/>
            </a:pPr>
            <a:fld id="{84C56A4E-C062-4A3C-A7D1-75769F469492}" type="datetime3">
              <a:rPr lang="en-US" smtClean="0"/>
              <a:pPr>
                <a:defRPr/>
              </a:pPr>
              <a:t>28 May 2025</a:t>
            </a:fld>
            <a:endParaRPr lang="en-US" dirty="0"/>
          </a:p>
        </p:txBody>
      </p:sp>
      <p:sp>
        <p:nvSpPr>
          <p:cNvPr id="7" name="Footer Placeholder 4"/>
          <p:cNvSpPr>
            <a:spLocks noGrp="1"/>
          </p:cNvSpPr>
          <p:nvPr>
            <p:ph type="ftr" sz="quarter" idx="11"/>
          </p:nvPr>
        </p:nvSpPr>
        <p:spPr>
          <a:xfrm>
            <a:off x="2640013" y="4783138"/>
            <a:ext cx="3836987" cy="273050"/>
          </a:xfrm>
        </p:spPr>
        <p:txBody>
          <a:bodyPr/>
          <a:lstStyle>
            <a:lvl1pPr>
              <a:defRPr/>
            </a:lvl1pPr>
          </a:lstStyle>
          <a:p>
            <a:pPr>
              <a:defRPr/>
            </a:pPr>
            <a:r>
              <a:rPr lang="en-IN"/>
              <a:t>0  th REVIEW PRESENTATION </a:t>
            </a:r>
            <a:endParaRPr lang="en-US" dirty="0"/>
          </a:p>
        </p:txBody>
      </p:sp>
      <p:sp>
        <p:nvSpPr>
          <p:cNvPr id="8" name="Slide Number Placeholder 5"/>
          <p:cNvSpPr>
            <a:spLocks noGrp="1"/>
          </p:cNvSpPr>
          <p:nvPr>
            <p:ph type="sldNum" sz="quarter" idx="12"/>
          </p:nvPr>
        </p:nvSpPr>
        <p:spPr/>
        <p:txBody>
          <a:bodyPr/>
          <a:lstStyle>
            <a:lvl1pPr>
              <a:defRPr smtClean="0"/>
            </a:lvl1pPr>
          </a:lstStyle>
          <a:p>
            <a:pPr>
              <a:defRPr/>
            </a:pPr>
            <a:fld id="{B1E085C4-C07B-4C80-B337-90438D59D3CD}" type="slidenum">
              <a:rPr lang="en-US" altLang="en-US"/>
              <a:pPr>
                <a:defRPr/>
              </a:pPr>
              <a:t>‹#›</a:t>
            </a:fld>
            <a:endParaRPr lang="en-US"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p:cNvSpPr/>
          <p:nvPr/>
        </p:nvSpPr>
        <p:spPr bwMode="invGray">
          <a:xfrm>
            <a:off x="0" y="1076325"/>
            <a:ext cx="9144000" cy="34925"/>
          </a:xfrm>
          <a:prstGeom prst="rect">
            <a:avLst/>
          </a:prstGeom>
          <a:solidFill>
            <a:srgbClr val="FFFFFF"/>
          </a:solidFill>
          <a:ln w="48000" cap="flat" cmpd="thickThin" algn="ctr">
            <a:noFill/>
            <a:prstDash val="solid"/>
          </a:ln>
          <a:effectLst>
            <a:outerShdw blurRad="31750" dist="10160" dir="5400000" algn="tl" rotWithShape="0">
              <a:srgbClr val="000000">
                <a:alpha val="60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7" name="Rectangle 6"/>
          <p:cNvSpPr/>
          <p:nvPr/>
        </p:nvSpPr>
        <p:spPr bwMode="ltGray">
          <a:xfrm>
            <a:off x="0" y="0"/>
            <a:ext cx="9144000" cy="1074738"/>
          </a:xfrm>
          <a:prstGeom prst="rect">
            <a:avLst/>
          </a:prstGeom>
          <a:solidFill>
            <a:srgbClr val="000000"/>
          </a:solidFill>
          <a:ln w="48000" cap="flat" cmpd="thickThin"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2" name="Title Placeholder 1"/>
          <p:cNvSpPr>
            <a:spLocks noGrp="1"/>
          </p:cNvSpPr>
          <p:nvPr>
            <p:ph type="title"/>
          </p:nvPr>
        </p:nvSpPr>
        <p:spPr>
          <a:xfrm>
            <a:off x="457200" y="114300"/>
            <a:ext cx="8229600" cy="938213"/>
          </a:xfrm>
          <a:prstGeom prst="rect">
            <a:avLst/>
          </a:prstGeom>
        </p:spPr>
        <p:txBody>
          <a:bodyPr vert="horz" lIns="91440" rIns="45720" rtlCol="0" anchor="ctr">
            <a:normAutofit/>
            <a:scene3d>
              <a:camera prst="orthographicFront"/>
              <a:lightRig rig="threePt" dir="t">
                <a:rot lat="0" lon="0" rev="4800000"/>
              </a:lightRig>
            </a:scene3d>
            <a:sp3d prstMaterial="matte">
              <a:bevelT w="50800" h="10160"/>
            </a:sp3d>
          </a:bodyPr>
          <a:lstStyle/>
          <a:p>
            <a:r>
              <a:rPr lang="en-US"/>
              <a:t>Click to edit Master title style</a:t>
            </a:r>
          </a:p>
        </p:txBody>
      </p:sp>
      <p:sp>
        <p:nvSpPr>
          <p:cNvPr id="1029" name="Text Placeholder 2"/>
          <p:cNvSpPr>
            <a:spLocks noGrp="1"/>
          </p:cNvSpPr>
          <p:nvPr>
            <p:ph type="body" idx="1"/>
          </p:nvPr>
        </p:nvSpPr>
        <p:spPr bwMode="auto">
          <a:xfrm>
            <a:off x="457200" y="1331913"/>
            <a:ext cx="8229600" cy="3468687"/>
          </a:xfrm>
          <a:prstGeom prst="rect">
            <a:avLst/>
          </a:prstGeom>
          <a:noFill/>
          <a:ln w="9525">
            <a:noFill/>
            <a:miter lim="800000"/>
            <a:headEnd/>
            <a:tailEnd/>
          </a:ln>
        </p:spPr>
        <p:txBody>
          <a:bodyPr vert="horz" wrap="square" lIns="54864" tIns="9144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457200" y="4857750"/>
            <a:ext cx="2133600" cy="206375"/>
          </a:xfrm>
          <a:prstGeom prst="rect">
            <a:avLst/>
          </a:prstGeom>
        </p:spPr>
        <p:txBody>
          <a:bodyPr vert="horz" lIns="109728" rIns="45720" bIns="0" rtlCol="0" anchor="b"/>
          <a:lstStyle>
            <a:lvl1pPr algn="l" eaLnBrk="1" latinLnBrk="0" hangingPunct="1">
              <a:defRPr kumimoji="0" sz="1200">
                <a:solidFill>
                  <a:schemeClr val="tx1">
                    <a:tint val="95000"/>
                  </a:schemeClr>
                </a:solidFill>
                <a:latin typeface="Arial" charset="0"/>
                <a:cs typeface="Arial" charset="0"/>
              </a:defRPr>
            </a:lvl1pPr>
            <a:extLst/>
          </a:lstStyle>
          <a:p>
            <a:pPr>
              <a:defRPr/>
            </a:pPr>
            <a:fld id="{53602E61-5DE4-483D-89FA-8265F0642731}" type="datetime3">
              <a:rPr lang="en-US" smtClean="0"/>
              <a:pPr>
                <a:defRPr/>
              </a:pPr>
              <a:t>28 May 2025</a:t>
            </a:fld>
            <a:endParaRPr lang="en-US" dirty="0"/>
          </a:p>
        </p:txBody>
      </p:sp>
      <p:sp>
        <p:nvSpPr>
          <p:cNvPr id="5" name="Footer Placeholder 4"/>
          <p:cNvSpPr>
            <a:spLocks noGrp="1"/>
          </p:cNvSpPr>
          <p:nvPr>
            <p:ph type="ftr" sz="quarter" idx="3"/>
          </p:nvPr>
        </p:nvSpPr>
        <p:spPr>
          <a:xfrm>
            <a:off x="2640013" y="4857750"/>
            <a:ext cx="5508625" cy="206375"/>
          </a:xfrm>
          <a:prstGeom prst="rect">
            <a:avLst/>
          </a:prstGeom>
        </p:spPr>
        <p:txBody>
          <a:bodyPr vert="horz" lIns="45720" rIns="45720" bIns="0" rtlCol="0" anchor="b"/>
          <a:lstStyle>
            <a:lvl1pPr algn="l" eaLnBrk="1" latinLnBrk="0" hangingPunct="1">
              <a:defRPr kumimoji="0" sz="1200">
                <a:solidFill>
                  <a:schemeClr val="tx1">
                    <a:tint val="95000"/>
                  </a:schemeClr>
                </a:solidFill>
                <a:latin typeface="Arial" charset="0"/>
                <a:cs typeface="Arial" charset="0"/>
              </a:defRPr>
            </a:lvl1pPr>
            <a:extLst/>
          </a:lstStyle>
          <a:p>
            <a:pPr>
              <a:defRPr/>
            </a:pPr>
            <a:r>
              <a:rPr lang="en-IN"/>
              <a:t>0  th REVIEW PRESENTATION </a:t>
            </a:r>
            <a:endParaRPr lang="en-US" dirty="0"/>
          </a:p>
        </p:txBody>
      </p:sp>
      <p:sp>
        <p:nvSpPr>
          <p:cNvPr id="6" name="Slide Number Placeholder 5"/>
          <p:cNvSpPr>
            <a:spLocks noGrp="1"/>
          </p:cNvSpPr>
          <p:nvPr>
            <p:ph type="sldNum" sz="quarter" idx="4"/>
          </p:nvPr>
        </p:nvSpPr>
        <p:spPr>
          <a:xfrm>
            <a:off x="8204200" y="4857750"/>
            <a:ext cx="733425" cy="206375"/>
          </a:xfrm>
          <a:prstGeom prst="rect">
            <a:avLst/>
          </a:prstGeom>
        </p:spPr>
        <p:txBody>
          <a:bodyPr vert="horz" wrap="square" lIns="91440" tIns="45720" rIns="91440" bIns="0" numCol="1" anchor="b" anchorCtr="0" compatLnSpc="1">
            <a:prstTxWarp prst="textNoShape">
              <a:avLst/>
            </a:prstTxWarp>
          </a:bodyPr>
          <a:lstStyle>
            <a:lvl1pPr algn="r" eaLnBrk="1" hangingPunct="1">
              <a:defRPr sz="1200" smtClean="0">
                <a:solidFill>
                  <a:srgbClr val="3F3F3F"/>
                </a:solidFill>
              </a:defRPr>
            </a:lvl1pPr>
          </a:lstStyle>
          <a:p>
            <a:pPr>
              <a:defRPr/>
            </a:pPr>
            <a:fld id="{D78D2778-B29C-49DB-A26C-44F5760A332D}"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4016" r:id="rId1"/>
    <p:sldLayoutId id="2147484011" r:id="rId2"/>
    <p:sldLayoutId id="2147484017" r:id="rId3"/>
    <p:sldLayoutId id="2147484012" r:id="rId4"/>
    <p:sldLayoutId id="2147484013" r:id="rId5"/>
    <p:sldLayoutId id="2147484014" r:id="rId6"/>
    <p:sldLayoutId id="2147484018" r:id="rId7"/>
    <p:sldLayoutId id="2147484019" r:id="rId8"/>
    <p:sldLayoutId id="2147484020" r:id="rId9"/>
    <p:sldLayoutId id="2147484015" r:id="rId10"/>
    <p:sldLayoutId id="2147484021" r:id="rId11"/>
  </p:sldLayoutIdLst>
  <p:hf hdr="0" dt="0"/>
  <p:txStyles>
    <p:titleStyle>
      <a:lvl1pPr algn="l" rtl="0" eaLnBrk="0" fontAlgn="base" hangingPunct="0">
        <a:spcBef>
          <a:spcPct val="0"/>
        </a:spcBef>
        <a:spcAft>
          <a:spcPct val="0"/>
        </a:spcAft>
        <a:defRPr sz="4500" b="1" kern="1200">
          <a:solidFill>
            <a:srgbClr val="FFC800"/>
          </a:solidFill>
          <a:latin typeface="+mj-lt"/>
          <a:ea typeface="+mj-ea"/>
          <a:cs typeface="+mj-cs"/>
        </a:defRPr>
      </a:lvl1pPr>
      <a:lvl2pPr algn="l" rtl="0" eaLnBrk="0" fontAlgn="base" hangingPunct="0">
        <a:spcBef>
          <a:spcPct val="0"/>
        </a:spcBef>
        <a:spcAft>
          <a:spcPct val="0"/>
        </a:spcAft>
        <a:defRPr sz="4500" b="1">
          <a:solidFill>
            <a:srgbClr val="FFC800"/>
          </a:solidFill>
          <a:latin typeface="Corbel" pitchFamily="34" charset="0"/>
        </a:defRPr>
      </a:lvl2pPr>
      <a:lvl3pPr algn="l" rtl="0" eaLnBrk="0" fontAlgn="base" hangingPunct="0">
        <a:spcBef>
          <a:spcPct val="0"/>
        </a:spcBef>
        <a:spcAft>
          <a:spcPct val="0"/>
        </a:spcAft>
        <a:defRPr sz="4500" b="1">
          <a:solidFill>
            <a:srgbClr val="FFC800"/>
          </a:solidFill>
          <a:latin typeface="Corbel" pitchFamily="34" charset="0"/>
        </a:defRPr>
      </a:lvl3pPr>
      <a:lvl4pPr algn="l" rtl="0" eaLnBrk="0" fontAlgn="base" hangingPunct="0">
        <a:spcBef>
          <a:spcPct val="0"/>
        </a:spcBef>
        <a:spcAft>
          <a:spcPct val="0"/>
        </a:spcAft>
        <a:defRPr sz="4500" b="1">
          <a:solidFill>
            <a:srgbClr val="FFC800"/>
          </a:solidFill>
          <a:latin typeface="Corbel" pitchFamily="34" charset="0"/>
        </a:defRPr>
      </a:lvl4pPr>
      <a:lvl5pPr algn="l" rtl="0" eaLnBrk="0" fontAlgn="base" hangingPunct="0">
        <a:spcBef>
          <a:spcPct val="0"/>
        </a:spcBef>
        <a:spcAft>
          <a:spcPct val="0"/>
        </a:spcAft>
        <a:defRPr sz="4500" b="1">
          <a:solidFill>
            <a:srgbClr val="FFC800"/>
          </a:solidFill>
          <a:latin typeface="Corbel" pitchFamily="34" charset="0"/>
        </a:defRPr>
      </a:lvl5pPr>
      <a:lvl6pPr marL="457200" algn="l" rtl="0" fontAlgn="base">
        <a:spcBef>
          <a:spcPct val="0"/>
        </a:spcBef>
        <a:spcAft>
          <a:spcPct val="0"/>
        </a:spcAft>
        <a:defRPr sz="4500" b="1">
          <a:solidFill>
            <a:srgbClr val="FFC800"/>
          </a:solidFill>
          <a:latin typeface="Corbel" pitchFamily="34" charset="0"/>
        </a:defRPr>
      </a:lvl6pPr>
      <a:lvl7pPr marL="914400" algn="l" rtl="0" fontAlgn="base">
        <a:spcBef>
          <a:spcPct val="0"/>
        </a:spcBef>
        <a:spcAft>
          <a:spcPct val="0"/>
        </a:spcAft>
        <a:defRPr sz="4500" b="1">
          <a:solidFill>
            <a:srgbClr val="FFC800"/>
          </a:solidFill>
          <a:latin typeface="Corbel" pitchFamily="34" charset="0"/>
        </a:defRPr>
      </a:lvl7pPr>
      <a:lvl8pPr marL="1371600" algn="l" rtl="0" fontAlgn="base">
        <a:spcBef>
          <a:spcPct val="0"/>
        </a:spcBef>
        <a:spcAft>
          <a:spcPct val="0"/>
        </a:spcAft>
        <a:defRPr sz="4500" b="1">
          <a:solidFill>
            <a:srgbClr val="FFC800"/>
          </a:solidFill>
          <a:latin typeface="Corbel" pitchFamily="34" charset="0"/>
        </a:defRPr>
      </a:lvl8pPr>
      <a:lvl9pPr marL="1828800" algn="l" rtl="0" fontAlgn="base">
        <a:spcBef>
          <a:spcPct val="0"/>
        </a:spcBef>
        <a:spcAft>
          <a:spcPct val="0"/>
        </a:spcAft>
        <a:defRPr sz="4500" b="1">
          <a:solidFill>
            <a:srgbClr val="FFC800"/>
          </a:solidFill>
          <a:latin typeface="Corbel" pitchFamily="34" charset="0"/>
        </a:defRPr>
      </a:lvl9pPr>
      <a:extLst/>
    </p:titleStyle>
    <p:bodyStyle>
      <a:lvl1pPr marL="438150" indent="-319088" algn="l" rtl="0" eaLnBrk="0" fontAlgn="base" hangingPunct="0">
        <a:spcBef>
          <a:spcPct val="0"/>
        </a:spcBef>
        <a:spcAft>
          <a:spcPct val="0"/>
        </a:spcAft>
        <a:buClr>
          <a:schemeClr val="accent1"/>
        </a:buClr>
        <a:buSzPct val="80000"/>
        <a:buFont typeface="Wingdings 2" pitchFamily="18" charset="2"/>
        <a:buChar char=""/>
        <a:defRPr sz="3200" kern="1200">
          <a:solidFill>
            <a:schemeClr val="tx1"/>
          </a:solidFill>
          <a:latin typeface="+mn-lt"/>
          <a:ea typeface="+mn-ea"/>
          <a:cs typeface="+mn-cs"/>
        </a:defRPr>
      </a:lvl1pPr>
      <a:lvl2pPr marL="730250" indent="-273050" algn="l" rtl="0" eaLnBrk="0" fontAlgn="base" hangingPunct="0">
        <a:spcBef>
          <a:spcPct val="20000"/>
        </a:spcBef>
        <a:spcAft>
          <a:spcPct val="0"/>
        </a:spcAft>
        <a:buClr>
          <a:schemeClr val="accent2"/>
        </a:buClr>
        <a:buSzPct val="90000"/>
        <a:buFont typeface="Wingdings" pitchFamily="2" charset="2"/>
        <a:buChar char=""/>
        <a:defRPr sz="2800" kern="1200">
          <a:solidFill>
            <a:schemeClr val="tx1"/>
          </a:solidFill>
          <a:latin typeface="+mn-lt"/>
          <a:ea typeface="+mn-ea"/>
          <a:cs typeface="+mn-cs"/>
        </a:defRPr>
      </a:lvl2pPr>
      <a:lvl3pPr marL="995363" indent="-228600" algn="l" rtl="0" eaLnBrk="0" fontAlgn="base" hangingPunct="0">
        <a:spcBef>
          <a:spcPct val="20000"/>
        </a:spcBef>
        <a:spcAft>
          <a:spcPct val="0"/>
        </a:spcAft>
        <a:buClr>
          <a:srgbClr val="E66C7D"/>
        </a:buClr>
        <a:buFont typeface="Arial" charset="0"/>
        <a:buChar char="▪"/>
        <a:defRPr sz="2400" kern="1200">
          <a:solidFill>
            <a:schemeClr val="tx1"/>
          </a:solidFill>
          <a:latin typeface="+mn-lt"/>
          <a:ea typeface="+mn-ea"/>
          <a:cs typeface="+mn-cs"/>
        </a:defRPr>
      </a:lvl3pPr>
      <a:lvl4pPr marL="1216025" indent="-182563" algn="l" rtl="0" eaLnBrk="0" fontAlgn="base" hangingPunct="0">
        <a:spcBef>
          <a:spcPct val="20000"/>
        </a:spcBef>
        <a:spcAft>
          <a:spcPct val="0"/>
        </a:spcAft>
        <a:buClr>
          <a:srgbClr val="6BB76D"/>
        </a:buClr>
        <a:buFont typeface="Arial" charset="0"/>
        <a:buChar char="▪"/>
        <a:defRPr sz="2000" kern="1200">
          <a:solidFill>
            <a:schemeClr val="tx1"/>
          </a:solidFill>
          <a:latin typeface="+mn-lt"/>
          <a:ea typeface="+mn-ea"/>
          <a:cs typeface="+mn-cs"/>
        </a:defRPr>
      </a:lvl4pPr>
      <a:lvl5pPr marL="1425575" indent="-182563" algn="l" rtl="0" eaLnBrk="0" fontAlgn="base" hangingPunct="0">
        <a:spcBef>
          <a:spcPct val="20000"/>
        </a:spcBef>
        <a:spcAft>
          <a:spcPct val="0"/>
        </a:spcAft>
        <a:buClr>
          <a:srgbClr val="E88651"/>
        </a:buClr>
        <a:buFont typeface="Wingdings 3" pitchFamily="18" charset="2"/>
        <a:buChar char=""/>
        <a:defRPr lang="en-US" sz="2000" kern="1200">
          <a:solidFill>
            <a:schemeClr val="tx1"/>
          </a:solidFill>
          <a:latin typeface="+mn-lt"/>
          <a:ea typeface="+mn-ea"/>
          <a:cs typeface="+mn-cs"/>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defRPr/>
            </a:pPr>
            <a:r>
              <a:rPr lang="en-IN" sz="3600" dirty="0"/>
              <a:t>M.KUMARASAMY COLLEGE OF ENGINEERING ,  KARUR.</a:t>
            </a:r>
          </a:p>
        </p:txBody>
      </p:sp>
      <p:sp>
        <p:nvSpPr>
          <p:cNvPr id="5" name="Footer Placeholder 4"/>
          <p:cNvSpPr>
            <a:spLocks noGrp="1"/>
          </p:cNvSpPr>
          <p:nvPr>
            <p:ph type="ftr" sz="quarter" idx="11"/>
          </p:nvPr>
        </p:nvSpPr>
        <p:spPr>
          <a:xfrm>
            <a:off x="772236" y="1200150"/>
            <a:ext cx="7772400" cy="2286000"/>
          </a:xfrm>
        </p:spPr>
        <p:txBody>
          <a:bodyPr/>
          <a:lstStyle/>
          <a:p>
            <a:pPr algn="ctr">
              <a:defRPr/>
            </a:pPr>
            <a:endParaRPr lang="en-IN" sz="2500" b="1" dirty="0"/>
          </a:p>
          <a:p>
            <a:pPr algn="ctr">
              <a:defRPr/>
            </a:pPr>
            <a:r>
              <a:rPr lang="en-US" sz="2500" b="1" dirty="0"/>
              <a:t>Department of Electronics and Communication Engineering</a:t>
            </a:r>
            <a:endParaRPr lang="en-IN" sz="2500" b="1" dirty="0"/>
          </a:p>
          <a:p>
            <a:pPr algn="ctr">
              <a:defRPr/>
            </a:pPr>
            <a:r>
              <a:rPr lang="en-IN" sz="2500" b="1" dirty="0"/>
              <a:t>EGB1221-DATABASE MANAGEMENT SYSTEM  </a:t>
            </a:r>
          </a:p>
          <a:p>
            <a:pPr algn="ctr">
              <a:defRPr/>
            </a:pPr>
            <a:r>
              <a:rPr lang="en-IN" sz="2500" b="1" dirty="0"/>
              <a:t>IV Semester (2023-2027 Batch)</a:t>
            </a:r>
          </a:p>
          <a:p>
            <a:pPr algn="ctr">
              <a:defRPr/>
            </a:pPr>
            <a:r>
              <a:rPr lang="en-IN" sz="2500" b="1" u="sng" dirty="0"/>
              <a:t>REVIEW-3 PRESENTATION </a:t>
            </a:r>
            <a:endParaRPr lang="en-US" sz="2500" b="1" u="sng" dirty="0"/>
          </a:p>
        </p:txBody>
      </p:sp>
      <p:sp>
        <p:nvSpPr>
          <p:cNvPr id="6" name="TextBox 6"/>
          <p:cNvSpPr txBox="1">
            <a:spLocks noChangeArrowheads="1"/>
          </p:cNvSpPr>
          <p:nvPr/>
        </p:nvSpPr>
        <p:spPr bwMode="auto">
          <a:xfrm flipH="1">
            <a:off x="657936" y="3633787"/>
            <a:ext cx="8001000" cy="1200329"/>
          </a:xfrm>
          <a:prstGeom prst="rect">
            <a:avLst/>
          </a:prstGeom>
          <a:noFill/>
          <a:ln w="9525">
            <a:noFill/>
            <a:miter lim="800000"/>
            <a:headEnd/>
            <a:tailEnd/>
          </a:ln>
        </p:spPr>
        <p:txBody>
          <a:bodyPr wrap="square">
            <a:spAutoFit/>
          </a:bodyPr>
          <a:lstStyle/>
          <a:p>
            <a:pPr lvl="0">
              <a:spcBef>
                <a:spcPts val="0"/>
              </a:spcBef>
              <a:spcAft>
                <a:spcPts val="0"/>
              </a:spcAft>
            </a:pPr>
            <a:r>
              <a:rPr lang="en-US" sz="2400" b="1" dirty="0">
                <a:latin typeface="Times New Roman" panose="02020603050405020304" pitchFamily="18" charset="0"/>
                <a:ea typeface="Arial"/>
                <a:cs typeface="Times New Roman" panose="02020603050405020304" pitchFamily="18" charset="0"/>
                <a:sym typeface="Arial"/>
              </a:rPr>
              <a:t>Register Number	:927623BEC052,927623BEC053</a:t>
            </a:r>
          </a:p>
          <a:p>
            <a:pPr lvl="0">
              <a:spcBef>
                <a:spcPts val="0"/>
              </a:spcBef>
              <a:spcAft>
                <a:spcPts val="0"/>
              </a:spcAft>
            </a:pPr>
            <a:r>
              <a:rPr lang="en-US" sz="2400" b="1" dirty="0">
                <a:latin typeface="Times New Roman" panose="02020603050405020304" pitchFamily="18" charset="0"/>
                <a:ea typeface="Arial"/>
                <a:cs typeface="Times New Roman" panose="02020603050405020304" pitchFamily="18" charset="0"/>
                <a:sym typeface="Arial"/>
              </a:rPr>
              <a:t>Name			:ELAKKIYA K,ELAMATHI S</a:t>
            </a:r>
            <a:endParaRPr lang="en-IN" altLang="en-US" sz="2400" b="1" dirty="0">
              <a:latin typeface="Times New Roman" panose="02020603050405020304" pitchFamily="18" charset="0"/>
              <a:cs typeface="Times New Roman" panose="02020603050405020304" pitchFamily="18" charset="0"/>
            </a:endParaRPr>
          </a:p>
          <a:p>
            <a:r>
              <a:rPr lang="en-IN" altLang="en-US" sz="2400" b="1" dirty="0">
                <a:latin typeface="Times New Roman" panose="02020603050405020304" pitchFamily="18" charset="0"/>
                <a:cs typeface="Times New Roman" panose="02020603050405020304" pitchFamily="18" charset="0"/>
              </a:rPr>
              <a:t>Date			:28.05.2025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1"/>
          <p:cNvSpPr>
            <a:spLocks noGrp="1"/>
          </p:cNvSpPr>
          <p:nvPr>
            <p:ph type="title"/>
          </p:nvPr>
        </p:nvSpPr>
        <p:spPr>
          <a:xfrm>
            <a:off x="0" y="-22302"/>
            <a:ext cx="9144000" cy="1428750"/>
          </a:xfrm>
        </p:spPr>
        <p:txBody>
          <a:bodyPr>
            <a:noAutofit/>
          </a:bodyPr>
          <a:lstStyle/>
          <a:p>
            <a:pPr algn="ctr"/>
            <a:r>
              <a:rPr lang="en-US" sz="4400" dirty="0">
                <a:latin typeface="Times New Roman" pitchFamily="18" charset="0"/>
                <a:cs typeface="Times New Roman" pitchFamily="18" charset="0"/>
              </a:rPr>
              <a:t>TITLE OF THE PROJECT </a:t>
            </a:r>
            <a:endParaRPr lang="en-US" sz="4400" dirty="0">
              <a:solidFill>
                <a:schemeClr val="accent1">
                  <a:satMod val="150000"/>
                </a:schemeClr>
              </a:solidFill>
              <a:latin typeface="Times New Roman" pitchFamily="18" charset="0"/>
              <a:cs typeface="Times New Roman" pitchFamily="18" charset="0"/>
            </a:endParaRPr>
          </a:p>
        </p:txBody>
      </p:sp>
      <p:sp>
        <p:nvSpPr>
          <p:cNvPr id="9220" name="TextBox 4"/>
          <p:cNvSpPr txBox="1">
            <a:spLocks noChangeArrowheads="1"/>
          </p:cNvSpPr>
          <p:nvPr/>
        </p:nvSpPr>
        <p:spPr bwMode="auto">
          <a:xfrm>
            <a:off x="838200" y="2387084"/>
            <a:ext cx="7772400" cy="369332"/>
          </a:xfrm>
          <a:prstGeom prst="rect">
            <a:avLst/>
          </a:prstGeom>
          <a:noFill/>
          <a:ln w="9525">
            <a:noFill/>
            <a:miter lim="800000"/>
            <a:headEnd/>
            <a:tailEnd/>
          </a:ln>
        </p:spPr>
        <p:txBody>
          <a:bodyPr wrap="square">
            <a:spAutoFit/>
          </a:bodyPr>
          <a:lstStyle/>
          <a:p>
            <a:pPr algn="ct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LIBARY MANAGEMENT SYSTEM </a:t>
            </a:r>
            <a:endParaRPr lang="en-IN"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1"/>
          <p:cNvSpPr>
            <a:spLocks noGrp="1"/>
          </p:cNvSpPr>
          <p:nvPr>
            <p:ph type="title"/>
          </p:nvPr>
        </p:nvSpPr>
        <p:spPr>
          <a:xfrm>
            <a:off x="0" y="-22302"/>
            <a:ext cx="9144000" cy="1428750"/>
          </a:xfrm>
        </p:spPr>
        <p:txBody>
          <a:bodyPr>
            <a:noAutofit/>
          </a:bodyPr>
          <a:lstStyle/>
          <a:p>
            <a:r>
              <a:rPr lang="en-US" sz="4400" dirty="0">
                <a:solidFill>
                  <a:schemeClr val="accent1">
                    <a:satMod val="150000"/>
                  </a:schemeClr>
                </a:solidFill>
                <a:latin typeface="+mn-lt"/>
                <a:cs typeface="Times New Roman" pitchFamily="18" charset="0"/>
              </a:rPr>
              <a:t>Abstract</a:t>
            </a:r>
          </a:p>
        </p:txBody>
      </p:sp>
      <p:sp>
        <p:nvSpPr>
          <p:cNvPr id="9220" name="TextBox 4"/>
          <p:cNvSpPr txBox="1">
            <a:spLocks noChangeArrowheads="1"/>
          </p:cNvSpPr>
          <p:nvPr/>
        </p:nvSpPr>
        <p:spPr bwMode="auto">
          <a:xfrm>
            <a:off x="609600" y="2041148"/>
            <a:ext cx="7772400" cy="2339102"/>
          </a:xfrm>
          <a:prstGeom prst="rect">
            <a:avLst/>
          </a:prstGeom>
          <a:noFill/>
          <a:ln w="9525">
            <a:noFill/>
            <a:miter lim="800000"/>
            <a:headEnd/>
            <a:tailEnd/>
          </a:ln>
        </p:spPr>
        <p:txBody>
          <a:bodyPr wrap="square">
            <a:spAutoFit/>
          </a:bodyPr>
          <a:lstStyle/>
          <a:p>
            <a:pPr marL="285750" indent="-28575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Library Management System</a:t>
            </a:r>
            <a:r>
              <a:rPr lang="en-US" dirty="0">
                <a:latin typeface="Times New Roman" panose="02020603050405020304" pitchFamily="18" charset="0"/>
                <a:cs typeface="Times New Roman" panose="02020603050405020304" pitchFamily="18" charset="0"/>
              </a:rPr>
              <a:t> is a software tool designed to automate and manage library operations such as book records, member registration, issue/return of books, and fine calculation.</a:t>
            </a:r>
          </a:p>
          <a:p>
            <a:pPr marL="285750" indent="-28575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It replaces manual methods with a digital system to improve efficiency and reduce errors.</a:t>
            </a:r>
          </a:p>
          <a:p>
            <a:pPr marL="285750" indent="-28575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Developed using [your technologies], the system provides a user-friendly interface for both librarians and users, ensuring faster access to information and better organization of library resources.</a:t>
            </a:r>
            <a:endParaRPr lang="en-IN" alt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756278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a:defRPr/>
            </a:pPr>
            <a:r>
              <a:rPr lang="en-US" altLang="en-US" dirty="0">
                <a:solidFill>
                  <a:srgbClr val="FFC000"/>
                </a:solidFill>
              </a:rPr>
              <a:t>Literature Review</a:t>
            </a:r>
          </a:p>
        </p:txBody>
      </p:sp>
      <p:graphicFrame>
        <p:nvGraphicFramePr>
          <p:cNvPr id="2" name="Table 1">
            <a:extLst>
              <a:ext uri="{FF2B5EF4-FFF2-40B4-BE49-F238E27FC236}">
                <a16:creationId xmlns:a16="http://schemas.microsoft.com/office/drawing/2014/main" id="{A7725BFB-8879-C50B-8A66-B26C34288CDE}"/>
              </a:ext>
            </a:extLst>
          </p:cNvPr>
          <p:cNvGraphicFramePr>
            <a:graphicFrameLocks noGrp="1"/>
          </p:cNvGraphicFramePr>
          <p:nvPr>
            <p:extLst>
              <p:ext uri="{D42A27DB-BD31-4B8C-83A1-F6EECF244321}">
                <p14:modId xmlns:p14="http://schemas.microsoft.com/office/powerpoint/2010/main" val="3429848953"/>
              </p:ext>
            </p:extLst>
          </p:nvPr>
        </p:nvGraphicFramePr>
        <p:xfrm>
          <a:off x="76200" y="1080418"/>
          <a:ext cx="8991601" cy="4021795"/>
        </p:xfrm>
        <a:graphic>
          <a:graphicData uri="http://schemas.openxmlformats.org/drawingml/2006/table">
            <a:tbl>
              <a:tblPr firstRow="1" bandRow="1">
                <a:tableStyleId>{5DA37D80-6434-44D0-A028-1B22A696006F}</a:tableStyleId>
              </a:tblPr>
              <a:tblGrid>
                <a:gridCol w="660579">
                  <a:extLst>
                    <a:ext uri="{9D8B030D-6E8A-4147-A177-3AD203B41FA5}">
                      <a16:colId xmlns:a16="http://schemas.microsoft.com/office/drawing/2014/main" val="20000"/>
                    </a:ext>
                  </a:extLst>
                </a:gridCol>
                <a:gridCol w="1225704">
                  <a:extLst>
                    <a:ext uri="{9D8B030D-6E8A-4147-A177-3AD203B41FA5}">
                      <a16:colId xmlns:a16="http://schemas.microsoft.com/office/drawing/2014/main" val="20001"/>
                    </a:ext>
                  </a:extLst>
                </a:gridCol>
                <a:gridCol w="2757835">
                  <a:extLst>
                    <a:ext uri="{9D8B030D-6E8A-4147-A177-3AD203B41FA5}">
                      <a16:colId xmlns:a16="http://schemas.microsoft.com/office/drawing/2014/main" val="20002"/>
                    </a:ext>
                  </a:extLst>
                </a:gridCol>
                <a:gridCol w="2604622">
                  <a:extLst>
                    <a:ext uri="{9D8B030D-6E8A-4147-A177-3AD203B41FA5}">
                      <a16:colId xmlns:a16="http://schemas.microsoft.com/office/drawing/2014/main" val="20003"/>
                    </a:ext>
                  </a:extLst>
                </a:gridCol>
                <a:gridCol w="1742861">
                  <a:extLst>
                    <a:ext uri="{9D8B030D-6E8A-4147-A177-3AD203B41FA5}">
                      <a16:colId xmlns:a16="http://schemas.microsoft.com/office/drawing/2014/main" val="20004"/>
                    </a:ext>
                  </a:extLst>
                </a:gridCol>
              </a:tblGrid>
              <a:tr h="444903">
                <a:tc>
                  <a:txBody>
                    <a:bodyPr/>
                    <a:lstStyle/>
                    <a:p>
                      <a:pPr algn="ctr"/>
                      <a:r>
                        <a:rPr lang="en-US" sz="1600" dirty="0">
                          <a:latin typeface="Times New Roman" panose="02020603050405020304" pitchFamily="18" charset="0"/>
                          <a:cs typeface="Times New Roman" panose="02020603050405020304" pitchFamily="18" charset="0"/>
                        </a:rPr>
                        <a:t>Year</a:t>
                      </a:r>
                    </a:p>
                  </a:txBody>
                  <a:tcPr marT="45719" marB="45719"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600" dirty="0">
                        <a:latin typeface="Times New Roman" panose="02020603050405020304" pitchFamily="18" charset="0"/>
                        <a:cs typeface="Times New Roman" panose="02020603050405020304" pitchFamily="18" charset="0"/>
                      </a:endParaRPr>
                    </a:p>
                    <a:p>
                      <a:pPr marL="0" marR="0" indent="0" algn="ctr" defTabSz="914400" rtl="0" eaLnBrk="1" fontAlgn="auto" latinLnBrk="0" hangingPunct="1">
                        <a:lnSpc>
                          <a:spcPct val="100000"/>
                        </a:lnSpc>
                        <a:spcBef>
                          <a:spcPts val="0"/>
                        </a:spcBef>
                        <a:spcAft>
                          <a:spcPts val="0"/>
                        </a:spcAft>
                        <a:buClrTx/>
                        <a:buSzTx/>
                        <a:buFontTx/>
                        <a:buNone/>
                        <a:tabLst/>
                        <a:defRPr/>
                      </a:pPr>
                      <a:r>
                        <a:rPr lang="en-US" sz="1600" dirty="0">
                          <a:latin typeface="Times New Roman" panose="02020603050405020304" pitchFamily="18" charset="0"/>
                          <a:cs typeface="Times New Roman" panose="02020603050405020304" pitchFamily="18" charset="0"/>
                        </a:rPr>
                        <a:t>Authors</a:t>
                      </a:r>
                    </a:p>
                  </a:txBody>
                  <a:tcPr marT="45719" marB="45719" anchor="ctr"/>
                </a:tc>
                <a:tc>
                  <a:txBody>
                    <a:bodyPr/>
                    <a:lstStyle/>
                    <a:p>
                      <a:pPr algn="ctr"/>
                      <a:r>
                        <a:rPr lang="en-US" sz="1600" dirty="0">
                          <a:latin typeface="Times New Roman" panose="02020603050405020304" pitchFamily="18" charset="0"/>
                          <a:cs typeface="Times New Roman" panose="02020603050405020304" pitchFamily="18" charset="0"/>
                        </a:rPr>
                        <a:t>Title of the Paper </a:t>
                      </a:r>
                    </a:p>
                  </a:txBody>
                  <a:tcPr marT="45719" marB="45719" anchor="ctr"/>
                </a:tc>
                <a:tc>
                  <a:txBody>
                    <a:bodyPr/>
                    <a:lstStyle/>
                    <a:p>
                      <a:pPr algn="ctr"/>
                      <a:r>
                        <a:rPr lang="en-US" sz="1600" dirty="0">
                          <a:latin typeface="Times New Roman" panose="02020603050405020304" pitchFamily="18" charset="0"/>
                          <a:cs typeface="Times New Roman" panose="02020603050405020304" pitchFamily="18" charset="0"/>
                        </a:rPr>
                        <a:t>Algorithm/</a:t>
                      </a:r>
                    </a:p>
                    <a:p>
                      <a:pPr algn="ctr"/>
                      <a:r>
                        <a:rPr lang="en-US" sz="1600" dirty="0">
                          <a:latin typeface="Times New Roman" panose="02020603050405020304" pitchFamily="18" charset="0"/>
                          <a:cs typeface="Times New Roman" panose="02020603050405020304" pitchFamily="18" charset="0"/>
                        </a:rPr>
                        <a:t>Methodologies/</a:t>
                      </a:r>
                      <a:r>
                        <a:rPr lang="en-US" sz="1600" baseline="0" dirty="0">
                          <a:latin typeface="Times New Roman" panose="02020603050405020304" pitchFamily="18" charset="0"/>
                          <a:cs typeface="Times New Roman" panose="02020603050405020304" pitchFamily="18" charset="0"/>
                        </a:rPr>
                        <a:t> Techniques</a:t>
                      </a:r>
                      <a:endParaRPr lang="en-US" sz="1600" dirty="0">
                        <a:latin typeface="Times New Roman" panose="02020603050405020304" pitchFamily="18" charset="0"/>
                        <a:cs typeface="Times New Roman" panose="02020603050405020304" pitchFamily="18" charset="0"/>
                      </a:endParaRPr>
                    </a:p>
                  </a:txBody>
                  <a:tcPr marT="45719" marB="45719" anchor="ctr"/>
                </a:tc>
                <a:tc>
                  <a:txBody>
                    <a:bodyPr/>
                    <a:lstStyle/>
                    <a:p>
                      <a:pPr algn="ctr"/>
                      <a:r>
                        <a:rPr lang="en-US" sz="1600" dirty="0">
                          <a:latin typeface="Times New Roman" panose="02020603050405020304" pitchFamily="18" charset="0"/>
                          <a:cs typeface="Times New Roman" panose="02020603050405020304" pitchFamily="18" charset="0"/>
                        </a:rPr>
                        <a:t>Findings</a:t>
                      </a:r>
                    </a:p>
                  </a:txBody>
                  <a:tcPr marT="45719" marB="45719" anchor="ctr"/>
                </a:tc>
                <a:extLst>
                  <a:ext uri="{0D108BD9-81ED-4DB2-BD59-A6C34878D82A}">
                    <a16:rowId xmlns:a16="http://schemas.microsoft.com/office/drawing/2014/main" val="10000"/>
                  </a:ext>
                </a:extLst>
              </a:tr>
              <a:tr h="1888199">
                <a:tc>
                  <a:txBody>
                    <a:bodyPr/>
                    <a:lstStyle/>
                    <a:p>
                      <a:pPr algn="ctr"/>
                      <a:r>
                        <a:rPr lang="en-US" sz="1600" dirty="0">
                          <a:latin typeface="Times New Roman" panose="02020603050405020304" pitchFamily="18" charset="0"/>
                          <a:cs typeface="Times New Roman" panose="02020603050405020304" pitchFamily="18" charset="0"/>
                        </a:rPr>
                        <a:t>2</a:t>
                      </a:r>
                      <a:r>
                        <a:rPr lang="en-IN" sz="1600" dirty="0">
                          <a:latin typeface="Times New Roman" panose="02020603050405020304" pitchFamily="18" charset="0"/>
                          <a:cs typeface="Times New Roman" panose="02020603050405020304" pitchFamily="18" charset="0"/>
                        </a:rPr>
                        <a:t>018</a:t>
                      </a:r>
                      <a:endParaRPr lang="en-US" sz="1600" dirty="0">
                        <a:latin typeface="Times New Roman" panose="02020603050405020304" pitchFamily="18" charset="0"/>
                        <a:cs typeface="Times New Roman" panose="02020603050405020304" pitchFamily="18" charset="0"/>
                      </a:endParaRPr>
                    </a:p>
                  </a:txBody>
                  <a:tcPr marT="45719" marB="45719" anchor="ctr"/>
                </a:tc>
                <a:tc>
                  <a:txBody>
                    <a:bodyPr/>
                    <a:lstStyle/>
                    <a:p>
                      <a:pPr algn="ctr"/>
                      <a:r>
                        <a:rPr lang="en-US" sz="1600" dirty="0">
                          <a:latin typeface="Times New Roman" pitchFamily="18" charset="0"/>
                          <a:cs typeface="Times New Roman" pitchFamily="18" charset="0"/>
                        </a:rPr>
                        <a:t>Patel</a:t>
                      </a:r>
                    </a:p>
                  </a:txBody>
                  <a:tcPr marT="45719" marB="45719" anchor="ctr"/>
                </a:tc>
                <a:tc>
                  <a:txBody>
                    <a:bodyPr/>
                    <a:lstStyle/>
                    <a:p>
                      <a:pPr algn="l"/>
                      <a:r>
                        <a:rPr lang="en-US" sz="1600" dirty="0">
                          <a:latin typeface="Times New Roman" panose="02020603050405020304" pitchFamily="18" charset="0"/>
                          <a:cs typeface="Times New Roman" panose="02020603050405020304" pitchFamily="18" charset="0"/>
                        </a:rPr>
                        <a:t>Library Management System using Barcode Technology</a:t>
                      </a:r>
                    </a:p>
                  </a:txBody>
                  <a:tcPr marT="45719" marB="45719" anchor="ctr"/>
                </a:tc>
                <a:tc>
                  <a:txBody>
                    <a:bodyPr/>
                    <a:lstStyle/>
                    <a:p>
                      <a:pPr algn="l"/>
                      <a:r>
                        <a:rPr lang="en-US" sz="1600" dirty="0">
                          <a:latin typeface="Times New Roman" panose="02020603050405020304" pitchFamily="18" charset="0"/>
                          <a:cs typeface="Times New Roman" panose="02020603050405020304" pitchFamily="18" charset="0"/>
                        </a:rPr>
                        <a:t>Barcode</a:t>
                      </a:r>
                    </a:p>
                  </a:txBody>
                  <a:tcPr marT="45719" marB="45719" anchor="ctr"/>
                </a:tc>
                <a:tc>
                  <a:txBody>
                    <a:bodyPr/>
                    <a:lstStyle/>
                    <a:p>
                      <a:pPr algn="l"/>
                      <a:r>
                        <a:rPr lang="en-US" sz="1600" b="0" dirty="0">
                          <a:latin typeface="Times New Roman" pitchFamily="18" charset="0"/>
                          <a:cs typeface="Times New Roman" pitchFamily="18" charset="0"/>
                        </a:rPr>
                        <a:t>the use of barcode technology in LMS for efficient tracking and management of library resources.</a:t>
                      </a:r>
                    </a:p>
                  </a:txBody>
                  <a:tcPr marT="45719" marB="45719" anchor="ctr"/>
                </a:tc>
                <a:extLst>
                  <a:ext uri="{0D108BD9-81ED-4DB2-BD59-A6C34878D82A}">
                    <a16:rowId xmlns:a16="http://schemas.microsoft.com/office/drawing/2014/main" val="10001"/>
                  </a:ext>
                </a:extLst>
              </a:tr>
              <a:tr h="1367293">
                <a:tc>
                  <a:txBody>
                    <a:bodyPr/>
                    <a:lstStyle/>
                    <a:p>
                      <a:pPr algn="ctr"/>
                      <a:r>
                        <a:rPr lang="en-US" sz="1600" dirty="0">
                          <a:latin typeface="Times New Roman" panose="02020603050405020304" pitchFamily="18" charset="0"/>
                          <a:cs typeface="Times New Roman" panose="02020603050405020304" pitchFamily="18" charset="0"/>
                        </a:rPr>
                        <a:t>2</a:t>
                      </a:r>
                      <a:r>
                        <a:rPr lang="en-IN" sz="1600" dirty="0">
                          <a:latin typeface="Times New Roman" panose="02020603050405020304" pitchFamily="18" charset="0"/>
                          <a:cs typeface="Times New Roman" panose="02020603050405020304" pitchFamily="18" charset="0"/>
                        </a:rPr>
                        <a:t>023</a:t>
                      </a:r>
                      <a:endParaRPr lang="en-US" sz="1600" dirty="0">
                        <a:latin typeface="Times New Roman" panose="02020603050405020304" pitchFamily="18" charset="0"/>
                        <a:cs typeface="Times New Roman" panose="02020603050405020304" pitchFamily="18" charset="0"/>
                      </a:endParaRPr>
                    </a:p>
                  </a:txBody>
                  <a:tcPr marT="45719" marB="45719" anchor="ctr"/>
                </a:tc>
                <a:tc>
                  <a:txBody>
                    <a:bodyPr/>
                    <a:lstStyle/>
                    <a:p>
                      <a:pPr algn="ctr"/>
                      <a:r>
                        <a:rPr lang="en-US" sz="1600" dirty="0">
                          <a:latin typeface="Times New Roman" pitchFamily="18" charset="0"/>
                          <a:cs typeface="Times New Roman" pitchFamily="18" charset="0"/>
                        </a:rPr>
                        <a:t>Singh</a:t>
                      </a:r>
                    </a:p>
                  </a:txBody>
                  <a:tcPr marT="45719" marB="45719" anchor="ctr"/>
                </a:tc>
                <a:tc>
                  <a:txBody>
                    <a:bodyPr/>
                    <a:lstStyle/>
                    <a:p>
                      <a:pPr algn="l"/>
                      <a:r>
                        <a:rPr lang="en-US" sz="1600" dirty="0">
                          <a:latin typeface="Times New Roman" panose="02020603050405020304" pitchFamily="18" charset="0"/>
                          <a:cs typeface="Times New Roman" panose="02020603050405020304" pitchFamily="18" charset="0"/>
                        </a:rPr>
                        <a:t>Design and Development of Web-Based Library Management System</a:t>
                      </a:r>
                    </a:p>
                  </a:txBody>
                  <a:tcPr marT="45719" marB="45719" anchor="ctr"/>
                </a:tc>
                <a:tc>
                  <a:txBody>
                    <a:bodyPr/>
                    <a:lstStyle/>
                    <a:p>
                      <a:pPr algn="l"/>
                      <a:r>
                        <a:rPr lang="en-US" sz="1600" dirty="0">
                          <a:latin typeface="Times New Roman" pitchFamily="18" charset="0"/>
                          <a:cs typeface="Times New Roman" pitchFamily="18" charset="0"/>
                        </a:rPr>
                        <a:t>Web-based, MySQL</a:t>
                      </a:r>
                    </a:p>
                  </a:txBody>
                  <a:tcPr marT="45719" marB="45719" anchor="ctr"/>
                </a:tc>
                <a:tc>
                  <a:txBody>
                    <a:bodyPr/>
                    <a:lstStyle/>
                    <a:p>
                      <a:pPr algn="l"/>
                      <a:r>
                        <a:rPr lang="en-US" sz="1600" b="0" dirty="0">
                          <a:latin typeface="Times New Roman" pitchFamily="18" charset="0"/>
                          <a:cs typeface="Times New Roman" pitchFamily="18" charset="0"/>
                        </a:rPr>
                        <a:t>the design and development of a web-based LMS for efficient management of library resources.</a:t>
                      </a:r>
                    </a:p>
                  </a:txBody>
                  <a:tcPr marT="45719" marB="45719" anchor="ctr"/>
                </a:tc>
                <a:extLst>
                  <a:ext uri="{0D108BD9-81ED-4DB2-BD59-A6C34878D82A}">
                    <a16:rowId xmlns:a16="http://schemas.microsoft.com/office/drawing/2014/main" val="10002"/>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E65749-C5F4-9895-4C9B-E4E68E567F10}"/>
              </a:ext>
            </a:extLst>
          </p:cNvPr>
          <p:cNvSpPr>
            <a:spLocks noGrp="1"/>
          </p:cNvSpPr>
          <p:nvPr>
            <p:ph type="title"/>
          </p:nvPr>
        </p:nvSpPr>
        <p:spPr/>
        <p:txBody>
          <a:bodyPr/>
          <a:lstStyle/>
          <a:p>
            <a:r>
              <a:rPr lang="en-US" dirty="0"/>
              <a:t>Problem(s) Identified</a:t>
            </a:r>
            <a:endParaRPr lang="en-IN" dirty="0"/>
          </a:p>
        </p:txBody>
      </p:sp>
      <p:sp>
        <p:nvSpPr>
          <p:cNvPr id="6" name="Content Placeholder 2">
            <a:extLst>
              <a:ext uri="{FF2B5EF4-FFF2-40B4-BE49-F238E27FC236}">
                <a16:creationId xmlns:a16="http://schemas.microsoft.com/office/drawing/2014/main" id="{F38AB105-4B19-6401-406F-3E067FB812F6}"/>
              </a:ext>
            </a:extLst>
          </p:cNvPr>
          <p:cNvSpPr>
            <a:spLocks noGrp="1"/>
          </p:cNvSpPr>
          <p:nvPr>
            <p:ph idx="1"/>
          </p:nvPr>
        </p:nvSpPr>
        <p:spPr>
          <a:xfrm>
            <a:off x="448112" y="1572034"/>
            <a:ext cx="8229600" cy="3468687"/>
          </a:xfrm>
        </p:spPr>
        <p:txBody>
          <a:bodyPr/>
          <a:lstStyle/>
          <a:p>
            <a:pPr marL="119062" indent="0" algn="just">
              <a:lnSpc>
                <a:spcPct val="150000"/>
              </a:lnSpc>
              <a:buNone/>
            </a:pPr>
            <a:r>
              <a:rPr lang="en-US" sz="1800" dirty="0">
                <a:latin typeface="Times New Roman" pitchFamily="18" charset="0"/>
                <a:cs typeface="Times New Roman" pitchFamily="18" charset="0"/>
              </a:rPr>
              <a:t>The current manual library management system is inefficient, time-consuming, and prone to errors. The lack of automation and digital tracking leads to significant challenges, including difficulty in managing large collections of books and resources, inefficient borrowing and returning processes, inaccurate tracking of book availability and inventory, limited accessibility and visibility of library resources, and difficulty in managing member information and borrowing history.</a:t>
            </a:r>
            <a:endParaRPr lang="en-IN" sz="1800" dirty="0">
              <a:latin typeface="Times New Roman" pitchFamily="18" charset="0"/>
              <a:cs typeface="Times New Roman" pitchFamily="18" charset="0"/>
            </a:endParaRPr>
          </a:p>
        </p:txBody>
      </p:sp>
    </p:spTree>
    <p:extLst>
      <p:ext uri="{BB962C8B-B14F-4D97-AF65-F5344CB8AC3E}">
        <p14:creationId xmlns:p14="http://schemas.microsoft.com/office/powerpoint/2010/main" val="6405762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normAutofit/>
          </a:bodyPr>
          <a:lstStyle/>
          <a:p>
            <a:pPr>
              <a:defRPr/>
            </a:pPr>
            <a:r>
              <a:rPr lang="en-US" altLang="en-US" dirty="0">
                <a:solidFill>
                  <a:srgbClr val="FFC000"/>
                </a:solidFill>
              </a:rPr>
              <a:t>Proposed Solution</a:t>
            </a:r>
          </a:p>
        </p:txBody>
      </p:sp>
      <p:sp>
        <p:nvSpPr>
          <p:cNvPr id="2" name="Text Placeholder 1">
            <a:extLst>
              <a:ext uri="{FF2B5EF4-FFF2-40B4-BE49-F238E27FC236}">
                <a16:creationId xmlns:a16="http://schemas.microsoft.com/office/drawing/2014/main" id="{4EA4D267-A93F-E86D-319E-B6166C7B12E8}"/>
              </a:ext>
            </a:extLst>
          </p:cNvPr>
          <p:cNvSpPr txBox="1">
            <a:spLocks noChangeArrowheads="1"/>
          </p:cNvSpPr>
          <p:nvPr/>
        </p:nvSpPr>
        <p:spPr bwMode="auto">
          <a:xfrm>
            <a:off x="259701" y="1975637"/>
            <a:ext cx="8624598" cy="2120068"/>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marL="438150" indent="-319088" algn="l" rtl="0" eaLnBrk="0" fontAlgn="base" hangingPunct="0">
              <a:spcBef>
                <a:spcPct val="0"/>
              </a:spcBef>
              <a:spcAft>
                <a:spcPct val="0"/>
              </a:spcAft>
              <a:buClr>
                <a:schemeClr val="accent1"/>
              </a:buClr>
              <a:buSzPct val="80000"/>
              <a:buFont typeface="Wingdings 2" pitchFamily="18" charset="2"/>
              <a:buChar char=""/>
              <a:defRPr sz="3200" kern="1200">
                <a:solidFill>
                  <a:schemeClr val="tx1"/>
                </a:solidFill>
                <a:latin typeface="+mn-lt"/>
                <a:ea typeface="+mn-ea"/>
                <a:cs typeface="+mn-cs"/>
              </a:defRPr>
            </a:lvl1pPr>
            <a:lvl2pPr marL="730250" indent="-273050" algn="l" rtl="0" eaLnBrk="0" fontAlgn="base" hangingPunct="0">
              <a:spcBef>
                <a:spcPct val="20000"/>
              </a:spcBef>
              <a:spcAft>
                <a:spcPct val="0"/>
              </a:spcAft>
              <a:buClr>
                <a:schemeClr val="accent2"/>
              </a:buClr>
              <a:buSzPct val="90000"/>
              <a:buFont typeface="Wingdings" pitchFamily="2" charset="2"/>
              <a:buChar char=""/>
              <a:defRPr sz="2800" kern="1200">
                <a:solidFill>
                  <a:schemeClr val="tx1"/>
                </a:solidFill>
                <a:latin typeface="+mn-lt"/>
                <a:ea typeface="+mn-ea"/>
                <a:cs typeface="+mn-cs"/>
              </a:defRPr>
            </a:lvl2pPr>
            <a:lvl3pPr marL="995363" indent="-228600" algn="l" rtl="0" eaLnBrk="0" fontAlgn="base" hangingPunct="0">
              <a:spcBef>
                <a:spcPct val="20000"/>
              </a:spcBef>
              <a:spcAft>
                <a:spcPct val="0"/>
              </a:spcAft>
              <a:buClr>
                <a:srgbClr val="E66C7D"/>
              </a:buClr>
              <a:buFont typeface="Arial" charset="0"/>
              <a:buChar char="▪"/>
              <a:defRPr sz="2400" kern="1200">
                <a:solidFill>
                  <a:schemeClr val="tx1"/>
                </a:solidFill>
                <a:latin typeface="+mn-lt"/>
                <a:ea typeface="+mn-ea"/>
                <a:cs typeface="+mn-cs"/>
              </a:defRPr>
            </a:lvl3pPr>
            <a:lvl4pPr marL="1216025" indent="-182563" algn="l" rtl="0" eaLnBrk="0" fontAlgn="base" hangingPunct="0">
              <a:spcBef>
                <a:spcPct val="20000"/>
              </a:spcBef>
              <a:spcAft>
                <a:spcPct val="0"/>
              </a:spcAft>
              <a:buClr>
                <a:srgbClr val="6BB76D"/>
              </a:buClr>
              <a:buFont typeface="Arial" charset="0"/>
              <a:buChar char="▪"/>
              <a:defRPr sz="2000" kern="1200">
                <a:solidFill>
                  <a:schemeClr val="tx1"/>
                </a:solidFill>
                <a:latin typeface="+mn-lt"/>
                <a:ea typeface="+mn-ea"/>
                <a:cs typeface="+mn-cs"/>
              </a:defRPr>
            </a:lvl4pPr>
            <a:lvl5pPr marL="1425575" indent="-182563" algn="l" rtl="0" eaLnBrk="0" fontAlgn="base" hangingPunct="0">
              <a:spcBef>
                <a:spcPct val="20000"/>
              </a:spcBef>
              <a:spcAft>
                <a:spcPct val="0"/>
              </a:spcAft>
              <a:buClr>
                <a:srgbClr val="E88651"/>
              </a:buClr>
              <a:buFont typeface="Wingdings 3" pitchFamily="18" charset="2"/>
              <a:buChar char=""/>
              <a:defRPr lang="en-US" sz="2000" kern="1200">
                <a:solidFill>
                  <a:schemeClr val="tx1"/>
                </a:solidFill>
                <a:latin typeface="+mn-lt"/>
                <a:ea typeface="+mn-ea"/>
                <a:cs typeface="+mn-cs"/>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pPr marL="0" indent="0" algn="just">
              <a:lnSpc>
                <a:spcPct val="150000"/>
              </a:lnSpc>
              <a:buClrTx/>
              <a:buSzTx/>
              <a:buFont typeface="Wingdings 2" pitchFamily="18" charset="2"/>
              <a:buNone/>
            </a:pPr>
            <a:r>
              <a:rPr lang="en-US" altLang="en-US" sz="1800">
                <a:latin typeface="Times New Roman" panose="02020603050405020304" pitchFamily="18" charset="0"/>
                <a:cs typeface="Times New Roman" panose="02020603050405020304" pitchFamily="18" charset="0"/>
              </a:rPr>
              <a:t>The proposed solution is to implement a comprehensive Library Management System (LMS) that automates and streamlines library operations, providing features such as book management, member management, borrowing and returning, inventory management, and reporting and analytics, ultimately improving efficiency, productivity, and user experience while enabling accurate and real-time tracking of library resources.</a:t>
            </a:r>
            <a:endParaRPr lang="en-US" altLang="en-US" sz="1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a:defRPr/>
            </a:pPr>
            <a:r>
              <a:rPr lang="en-US" altLang="en-US" dirty="0">
                <a:solidFill>
                  <a:srgbClr val="FFC000"/>
                </a:solidFill>
              </a:rPr>
              <a:t>Objectives</a:t>
            </a:r>
          </a:p>
        </p:txBody>
      </p:sp>
      <p:sp>
        <p:nvSpPr>
          <p:cNvPr id="2" name="Content Placeholder 1">
            <a:extLst>
              <a:ext uri="{FF2B5EF4-FFF2-40B4-BE49-F238E27FC236}">
                <a16:creationId xmlns:a16="http://schemas.microsoft.com/office/drawing/2014/main" id="{C26A578C-3DBA-FB14-4AA4-AB373BDCA576}"/>
              </a:ext>
            </a:extLst>
          </p:cNvPr>
          <p:cNvSpPr>
            <a:spLocks noGrp="1" noChangeArrowheads="1"/>
          </p:cNvSpPr>
          <p:nvPr>
            <p:ph idx="1"/>
          </p:nvPr>
        </p:nvSpPr>
        <p:spPr bwMode="auto">
          <a:xfrm>
            <a:off x="457200" y="957903"/>
            <a:ext cx="8662639" cy="37820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Automate Library Operations</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Streamline library processes and reduce manual errors</a:t>
            </a:r>
          </a:p>
          <a:p>
            <a:pPr marL="342900" marR="0" lvl="0" indent="-3429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Improve Book Management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Efficiently manage book collections, including cataloging, searching, and tracking.</a:t>
            </a:r>
          </a:p>
          <a:p>
            <a:pPr marL="342900" marR="0" lvl="0" indent="-3429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Enhance Member Experience:</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Provide easy access to library resources and improve borrowing processes.</a:t>
            </a:r>
          </a:p>
          <a:p>
            <a:pPr marL="342900" marR="0" lvl="0" indent="-3429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Increase Efficiency: </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Reduce time spent on manual tasks and improve productivity.</a:t>
            </a:r>
          </a:p>
          <a:p>
            <a:pPr marL="342900" marR="0" lvl="0" indent="-3429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Improve Inventory Management</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Accurately track book availability and inventory.</a:t>
            </a:r>
          </a:p>
          <a:p>
            <a:pPr marL="342900" marR="0" lvl="0" indent="-342900" algn="just" defTabSz="914400" rtl="0" eaLnBrk="0" fontAlgn="base" latinLnBrk="0" hangingPunct="0">
              <a:lnSpc>
                <a:spcPct val="15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Provide Real-time Information</a:t>
            </a: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Offer real-time updates on book status, member information, and borrowing history..</a:t>
            </a:r>
          </a:p>
        </p:txBody>
      </p:sp>
    </p:spTree>
    <p:extLst>
      <p:ext uri="{BB962C8B-B14F-4D97-AF65-F5344CB8AC3E}">
        <p14:creationId xmlns:p14="http://schemas.microsoft.com/office/powerpoint/2010/main" val="36291581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a:defRPr/>
            </a:pPr>
            <a:r>
              <a:rPr lang="en-US" altLang="en-US" dirty="0">
                <a:solidFill>
                  <a:srgbClr val="FFC000"/>
                </a:solidFill>
              </a:rPr>
              <a:t>Architecture Diagram</a:t>
            </a:r>
          </a:p>
        </p:txBody>
      </p:sp>
      <p:sp>
        <p:nvSpPr>
          <p:cNvPr id="2" name="TextBox 1">
            <a:extLst>
              <a:ext uri="{FF2B5EF4-FFF2-40B4-BE49-F238E27FC236}">
                <a16:creationId xmlns:a16="http://schemas.microsoft.com/office/drawing/2014/main" id="{D9CF5ECB-A10F-F9A8-9698-40ED0DC73004}"/>
              </a:ext>
            </a:extLst>
          </p:cNvPr>
          <p:cNvSpPr txBox="1"/>
          <p:nvPr/>
        </p:nvSpPr>
        <p:spPr>
          <a:xfrm>
            <a:off x="228600" y="1361589"/>
            <a:ext cx="8763000" cy="3419961"/>
          </a:xfrm>
          <a:prstGeom prst="rect">
            <a:avLst/>
          </a:prstGeom>
          <a:noFill/>
        </p:spPr>
        <p:txBody>
          <a:bodyPr wrap="square" rtlCol="0">
            <a:spAutoFit/>
          </a:bodyPr>
          <a:lstStyle/>
          <a:p>
            <a:endParaRPr lang="en-IN" dirty="0"/>
          </a:p>
        </p:txBody>
      </p:sp>
      <p:pic>
        <p:nvPicPr>
          <p:cNvPr id="3" name="Picture 2">
            <a:extLst>
              <a:ext uri="{FF2B5EF4-FFF2-40B4-BE49-F238E27FC236}">
                <a16:creationId xmlns:a16="http://schemas.microsoft.com/office/drawing/2014/main" id="{04B4C9D6-26F6-4BF5-C6D8-D41B4D159680}"/>
              </a:ext>
            </a:extLst>
          </p:cNvPr>
          <p:cNvPicPr>
            <a:picLocks noChangeAspect="1"/>
          </p:cNvPicPr>
          <p:nvPr/>
        </p:nvPicPr>
        <p:blipFill rotWithShape="1">
          <a:blip r:embed="rId2"/>
          <a:srcRect l="32885" t="34196" r="15015" b="30684"/>
          <a:stretch/>
        </p:blipFill>
        <p:spPr bwMode="auto">
          <a:xfrm>
            <a:off x="1219200" y="1581150"/>
            <a:ext cx="6781800" cy="2698750"/>
          </a:xfrm>
          <a:prstGeom prst="rect">
            <a:avLst/>
          </a:prstGeom>
          <a:ln>
            <a:noFill/>
          </a:ln>
          <a:extLst>
            <a:ext uri="{53640926-AAD7-44D8-BBD7-CCE9431645EC}">
              <a14:shadowObscured xmlns:a14="http://schemas.microsoft.com/office/drawing/2010/main"/>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normAutofit fontScale="90000"/>
          </a:bodyPr>
          <a:lstStyle/>
          <a:p>
            <a:pPr>
              <a:defRPr/>
            </a:pPr>
            <a:r>
              <a:rPr lang="en-US" altLang="en-US" dirty="0">
                <a:solidFill>
                  <a:srgbClr val="FFC000"/>
                </a:solidFill>
              </a:rPr>
              <a:t>Architecture Diagram Explanation</a:t>
            </a:r>
          </a:p>
        </p:txBody>
      </p:sp>
      <p:sp>
        <p:nvSpPr>
          <p:cNvPr id="2" name="Rectangle 3">
            <a:extLst>
              <a:ext uri="{FF2B5EF4-FFF2-40B4-BE49-F238E27FC236}">
                <a16:creationId xmlns:a16="http://schemas.microsoft.com/office/drawing/2014/main" id="{27B67A4B-1B67-1225-5DDE-595073808611}"/>
              </a:ext>
            </a:extLst>
          </p:cNvPr>
          <p:cNvSpPr txBox="1">
            <a:spLocks/>
          </p:cNvSpPr>
          <p:nvPr/>
        </p:nvSpPr>
        <p:spPr bwMode="auto">
          <a:xfrm>
            <a:off x="0" y="1123950"/>
            <a:ext cx="9296400" cy="4572000"/>
          </a:xfrm>
          <a:prstGeom prst="rect">
            <a:avLst/>
          </a:prstGeom>
          <a:noFill/>
          <a:ln w="9525">
            <a:noFill/>
            <a:miter lim="800000"/>
            <a:headEnd/>
            <a:tailEnd/>
          </a:ln>
        </p:spPr>
        <p:txBody>
          <a:bodyPr vert="horz" wrap="square" lIns="54864" tIns="91440" rIns="91440" bIns="45720" numCol="1" anchor="t" anchorCtr="0" compatLnSpc="1">
            <a:prstTxWarp prst="textNoShape">
              <a:avLst/>
            </a:prstTxWarp>
          </a:bodyPr>
          <a:lstStyle>
            <a:lvl1pPr marL="438150" indent="-319088" algn="l" rtl="0" eaLnBrk="0" fontAlgn="base" hangingPunct="0">
              <a:spcBef>
                <a:spcPct val="0"/>
              </a:spcBef>
              <a:spcAft>
                <a:spcPct val="0"/>
              </a:spcAft>
              <a:buClr>
                <a:schemeClr val="accent1"/>
              </a:buClr>
              <a:buSzPct val="80000"/>
              <a:buFont typeface="Wingdings 2" pitchFamily="18" charset="2"/>
              <a:buChar char=""/>
              <a:defRPr sz="3200" kern="1200">
                <a:solidFill>
                  <a:schemeClr val="tx1"/>
                </a:solidFill>
                <a:latin typeface="+mn-lt"/>
                <a:ea typeface="+mn-ea"/>
                <a:cs typeface="+mn-cs"/>
              </a:defRPr>
            </a:lvl1pPr>
            <a:lvl2pPr marL="730250" indent="-273050" algn="l" rtl="0" eaLnBrk="0" fontAlgn="base" hangingPunct="0">
              <a:spcBef>
                <a:spcPct val="20000"/>
              </a:spcBef>
              <a:spcAft>
                <a:spcPct val="0"/>
              </a:spcAft>
              <a:buClr>
                <a:schemeClr val="accent2"/>
              </a:buClr>
              <a:buSzPct val="90000"/>
              <a:buFont typeface="Wingdings" pitchFamily="2" charset="2"/>
              <a:buChar char=""/>
              <a:defRPr sz="2800" kern="1200">
                <a:solidFill>
                  <a:schemeClr val="tx1"/>
                </a:solidFill>
                <a:latin typeface="+mn-lt"/>
                <a:ea typeface="+mn-ea"/>
                <a:cs typeface="+mn-cs"/>
              </a:defRPr>
            </a:lvl2pPr>
            <a:lvl3pPr marL="995363" indent="-228600" algn="l" rtl="0" eaLnBrk="0" fontAlgn="base" hangingPunct="0">
              <a:spcBef>
                <a:spcPct val="20000"/>
              </a:spcBef>
              <a:spcAft>
                <a:spcPct val="0"/>
              </a:spcAft>
              <a:buClr>
                <a:srgbClr val="E66C7D"/>
              </a:buClr>
              <a:buFont typeface="Arial" charset="0"/>
              <a:buChar char="▪"/>
              <a:defRPr sz="2400" kern="1200">
                <a:solidFill>
                  <a:schemeClr val="tx1"/>
                </a:solidFill>
                <a:latin typeface="+mn-lt"/>
                <a:ea typeface="+mn-ea"/>
                <a:cs typeface="+mn-cs"/>
              </a:defRPr>
            </a:lvl3pPr>
            <a:lvl4pPr marL="1216025" indent="-182563" algn="l" rtl="0" eaLnBrk="0" fontAlgn="base" hangingPunct="0">
              <a:spcBef>
                <a:spcPct val="20000"/>
              </a:spcBef>
              <a:spcAft>
                <a:spcPct val="0"/>
              </a:spcAft>
              <a:buClr>
                <a:srgbClr val="6BB76D"/>
              </a:buClr>
              <a:buFont typeface="Arial" charset="0"/>
              <a:buChar char="▪"/>
              <a:defRPr sz="2000" kern="1200">
                <a:solidFill>
                  <a:schemeClr val="tx1"/>
                </a:solidFill>
                <a:latin typeface="+mn-lt"/>
                <a:ea typeface="+mn-ea"/>
                <a:cs typeface="+mn-cs"/>
              </a:defRPr>
            </a:lvl4pPr>
            <a:lvl5pPr marL="1425575" indent="-182563" algn="l" rtl="0" eaLnBrk="0" fontAlgn="base" hangingPunct="0">
              <a:spcBef>
                <a:spcPct val="20000"/>
              </a:spcBef>
              <a:spcAft>
                <a:spcPct val="0"/>
              </a:spcAft>
              <a:buClr>
                <a:srgbClr val="E88651"/>
              </a:buClr>
              <a:buFont typeface="Wingdings 3" pitchFamily="18" charset="2"/>
              <a:buChar char=""/>
              <a:defRPr lang="en-US" sz="2000" kern="1200">
                <a:solidFill>
                  <a:schemeClr val="tx1"/>
                </a:solidFill>
                <a:latin typeface="+mn-lt"/>
                <a:ea typeface="+mn-ea"/>
                <a:cs typeface="+mn-cs"/>
              </a:defRPr>
            </a:lvl5pPr>
            <a:lvl6pPr marL="1627632" indent="-182880" algn="l" rtl="0" eaLnBrk="1" latinLnBrk="0" hangingPunct="1">
              <a:spcBef>
                <a:spcPct val="20000"/>
              </a:spcBef>
              <a:buClr>
                <a:schemeClr val="accent6"/>
              </a:buClr>
              <a:buSzPct val="100000"/>
              <a:buFont typeface="Wingdings 2"/>
              <a:buChar char=""/>
              <a:defRPr kumimoji="0" sz="2000" kern="1200">
                <a:solidFill>
                  <a:schemeClr val="tx1"/>
                </a:solidFill>
                <a:latin typeface="+mn-lt"/>
                <a:ea typeface="+mn-ea"/>
                <a:cs typeface="+mn-cs"/>
              </a:defRPr>
            </a:lvl6pPr>
            <a:lvl7pPr marL="1828800" indent="-182880" algn="l" rtl="0" eaLnBrk="1" latinLnBrk="0" hangingPunct="1">
              <a:spcBef>
                <a:spcPct val="20000"/>
              </a:spcBef>
              <a:buClr>
                <a:schemeClr val="accent1"/>
              </a:buClr>
              <a:buSzPct val="100000"/>
              <a:buFont typeface="Wingdings 2"/>
              <a:buChar char=""/>
              <a:defRPr kumimoji="0" sz="1800" kern="1200">
                <a:solidFill>
                  <a:schemeClr val="tx1"/>
                </a:solidFill>
                <a:latin typeface="+mn-lt"/>
                <a:ea typeface="+mn-ea"/>
                <a:cs typeface="+mn-cs"/>
              </a:defRPr>
            </a:lvl7pPr>
            <a:lvl8pPr marL="2029968" indent="-182880" algn="l" rtl="0" eaLnBrk="1" latinLnBrk="0" hangingPunct="1">
              <a:spcBef>
                <a:spcPct val="20000"/>
              </a:spcBef>
              <a:buClr>
                <a:schemeClr val="accent2"/>
              </a:buClr>
              <a:buFont typeface="Wingdings 2" pitchFamily="18" charset="2"/>
              <a:buChar char=""/>
              <a:defRPr kumimoji="0" sz="1800" kern="1200">
                <a:solidFill>
                  <a:schemeClr val="tx1"/>
                </a:solidFill>
                <a:latin typeface="+mn-lt"/>
                <a:ea typeface="+mn-ea"/>
                <a:cs typeface="+mn-cs"/>
              </a:defRPr>
            </a:lvl8pPr>
            <a:lvl9pPr marL="2231136" indent="-182880" algn="l" rtl="0" eaLnBrk="1" latinLnBrk="0" hangingPunct="1">
              <a:spcBef>
                <a:spcPct val="20000"/>
              </a:spcBef>
              <a:buClr>
                <a:schemeClr val="accent3"/>
              </a:buClr>
              <a:buFont typeface="Wingdings 2" pitchFamily="18" charset="2"/>
              <a:buChar char=""/>
              <a:defRPr kumimoji="0" sz="1800" kern="1200" baseline="0">
                <a:solidFill>
                  <a:schemeClr val="tx1"/>
                </a:solidFill>
                <a:latin typeface="+mn-lt"/>
                <a:ea typeface="+mn-ea"/>
                <a:cs typeface="+mn-cs"/>
              </a:defRPr>
            </a:lvl9pPr>
            <a:extLst/>
          </a:lstStyle>
          <a:p>
            <a:pPr marL="119062" indent="0" algn="just">
              <a:lnSpc>
                <a:spcPct val="150000"/>
              </a:lnSpc>
              <a:buFont typeface="Wingdings 2" pitchFamily="18" charset="2"/>
              <a:buNone/>
            </a:pPr>
            <a:r>
              <a:rPr lang="en-US" altLang="en-US" sz="1600" b="1">
                <a:latin typeface="Times New Roman" panose="02020603050405020304" pitchFamily="18" charset="0"/>
                <a:cs typeface="Times New Roman" pitchFamily="18" charset="0"/>
              </a:rPr>
              <a:t>USER LOGIN -</a:t>
            </a:r>
          </a:p>
          <a:p>
            <a:pPr marL="119062" indent="0" algn="just">
              <a:lnSpc>
                <a:spcPct val="150000"/>
              </a:lnSpc>
              <a:buFont typeface="Wingdings 2" pitchFamily="18" charset="2"/>
              <a:buNone/>
            </a:pPr>
            <a:r>
              <a:rPr lang="en-US" altLang="en-US" sz="1600" b="1">
                <a:latin typeface="Times New Roman" panose="02020603050405020304" pitchFamily="18" charset="0"/>
                <a:cs typeface="Times New Roman" pitchFamily="18" charset="0"/>
              </a:rPr>
              <a:t>CHOOSE MODULE </a:t>
            </a:r>
          </a:p>
          <a:p>
            <a:pPr marL="461962" indent="-342900" algn="just">
              <a:lnSpc>
                <a:spcPct val="150000"/>
              </a:lnSpc>
              <a:buFont typeface="+mj-lt"/>
              <a:buAutoNum type="arabicPeriod"/>
            </a:pPr>
            <a:r>
              <a:rPr lang="en-US" altLang="en-US" sz="1600">
                <a:latin typeface="Times New Roman" panose="02020603050405020304" pitchFamily="18" charset="0"/>
                <a:cs typeface="Times New Roman" pitchFamily="18" charset="0"/>
              </a:rPr>
              <a:t>Book Management Module   -</a:t>
            </a:r>
            <a:r>
              <a:rPr lang="en-IN" sz="1600">
                <a:latin typeface="Times New Roman" panose="02020603050405020304" pitchFamily="18" charset="0"/>
                <a:cs typeface="Times New Roman" panose="02020603050405020304" pitchFamily="18" charset="0"/>
              </a:rPr>
              <a:t>Track book availability</a:t>
            </a:r>
            <a:endParaRPr lang="en-US" altLang="en-US" sz="1600">
              <a:latin typeface="Times New Roman" panose="02020603050405020304" pitchFamily="18" charset="0"/>
              <a:cs typeface="Times New Roman" pitchFamily="18" charset="0"/>
            </a:endParaRPr>
          </a:p>
          <a:p>
            <a:pPr marL="461962" indent="-342900" algn="just">
              <a:lnSpc>
                <a:spcPct val="150000"/>
              </a:lnSpc>
              <a:buFont typeface="+mj-lt"/>
              <a:buAutoNum type="arabicPeriod"/>
            </a:pPr>
            <a:r>
              <a:rPr lang="en-US" altLang="en-US" sz="1600">
                <a:latin typeface="Times New Roman" panose="02020603050405020304" pitchFamily="18" charset="0"/>
                <a:cs typeface="Times New Roman" pitchFamily="18" charset="0"/>
              </a:rPr>
              <a:t>Issue And Return Module      -Issue book  to the users. Return processing and uptate status.</a:t>
            </a:r>
          </a:p>
          <a:p>
            <a:pPr marL="461962" indent="-342900" algn="just">
              <a:lnSpc>
                <a:spcPct val="150000"/>
              </a:lnSpc>
              <a:buFont typeface="+mj-lt"/>
              <a:buAutoNum type="arabicPeriod"/>
            </a:pPr>
            <a:r>
              <a:rPr lang="en-US" altLang="en-US" sz="1600">
                <a:latin typeface="Times New Roman" panose="02020603050405020304" pitchFamily="18" charset="0"/>
                <a:cs typeface="Times New Roman" pitchFamily="18" charset="0"/>
              </a:rPr>
              <a:t>Search Module                       -Search by title ,author, etc.,</a:t>
            </a:r>
            <a:endParaRPr lang="en-IN" altLang="en-US" sz="1050"/>
          </a:p>
          <a:p>
            <a:pPr marL="461962" indent="-342900" algn="just">
              <a:lnSpc>
                <a:spcPct val="150000"/>
              </a:lnSpc>
              <a:buFont typeface="+mj-lt"/>
              <a:buAutoNum type="arabicPeriod"/>
            </a:pPr>
            <a:r>
              <a:rPr lang="en-IN" altLang="en-US" sz="1600">
                <a:latin typeface="Times New Roman" panose="02020603050405020304" pitchFamily="18" charset="0"/>
                <a:cs typeface="Times New Roman" pitchFamily="18" charset="0"/>
              </a:rPr>
              <a:t>Fine Management Module     -Calculate and record fines for overdue books.</a:t>
            </a:r>
            <a:endParaRPr lang="en-US" altLang="en-US" sz="1600">
              <a:latin typeface="Times New Roman" panose="02020603050405020304" pitchFamily="18" charset="0"/>
              <a:cs typeface="Times New Roman" pitchFamily="18" charset="0"/>
            </a:endParaRPr>
          </a:p>
          <a:p>
            <a:pPr marL="119062" indent="0" algn="just">
              <a:lnSpc>
                <a:spcPct val="150000"/>
              </a:lnSpc>
              <a:buFont typeface="Wingdings 2" pitchFamily="18" charset="2"/>
              <a:buNone/>
            </a:pPr>
            <a:r>
              <a:rPr lang="en-US" altLang="en-US" sz="1600" b="1">
                <a:latin typeface="Times New Roman" panose="02020603050405020304" pitchFamily="18" charset="0"/>
                <a:cs typeface="Times New Roman" pitchFamily="18" charset="0"/>
              </a:rPr>
              <a:t>PERFORM ACTION – </a:t>
            </a:r>
            <a:r>
              <a:rPr lang="en-US" altLang="en-US" sz="1600">
                <a:latin typeface="Times New Roman" panose="02020603050405020304" pitchFamily="18" charset="0"/>
                <a:cs typeface="Times New Roman" pitchFamily="18" charset="0"/>
              </a:rPr>
              <a:t>Add, Delete, Update (books ,members)</a:t>
            </a:r>
          </a:p>
          <a:p>
            <a:pPr marL="119062" indent="0">
              <a:lnSpc>
                <a:spcPct val="150000"/>
              </a:lnSpc>
              <a:buFont typeface="Wingdings 2" pitchFamily="18" charset="2"/>
              <a:buNone/>
            </a:pPr>
            <a:endParaRPr lang="en-US" altLang="en-US" sz="1600" b="1">
              <a:latin typeface="Times New Roman" panose="02020603050405020304" pitchFamily="18" charset="0"/>
              <a:cs typeface="Times New Roman" pitchFamily="18" charset="0"/>
            </a:endParaRPr>
          </a:p>
          <a:p>
            <a:pPr marL="119062" indent="0">
              <a:lnSpc>
                <a:spcPct val="150000"/>
              </a:lnSpc>
              <a:buFont typeface="Wingdings 2" pitchFamily="18" charset="2"/>
              <a:buNone/>
            </a:pPr>
            <a:endParaRPr lang="en-IN" altLang="en-US" sz="1600" b="1" dirty="0">
              <a:latin typeface="Times New Roman" panose="02020603050405020304" pitchFamily="18" charset="0"/>
              <a:cs typeface="Times New Roman" pitchFamily="18" charset="0"/>
            </a:endParaRPr>
          </a:p>
        </p:txBody>
      </p:sp>
    </p:spTree>
    <p:extLst>
      <p:ext uri="{BB962C8B-B14F-4D97-AF65-F5344CB8AC3E}">
        <p14:creationId xmlns:p14="http://schemas.microsoft.com/office/powerpoint/2010/main" val="10638403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Schema Diagram</a:t>
            </a:r>
          </a:p>
        </p:txBody>
      </p:sp>
      <p:pic>
        <p:nvPicPr>
          <p:cNvPr id="6" name="Content Placeholder 5">
            <a:extLst>
              <a:ext uri="{FF2B5EF4-FFF2-40B4-BE49-F238E27FC236}">
                <a16:creationId xmlns:a16="http://schemas.microsoft.com/office/drawing/2014/main" id="{6982BFC9-C218-1B74-5F5B-2F3CA0E9F2DE}"/>
              </a:ext>
            </a:extLst>
          </p:cNvPr>
          <p:cNvPicPr>
            <a:picLocks noGrp="1" noChangeAspect="1"/>
          </p:cNvPicPr>
          <p:nvPr>
            <p:ph idx="1"/>
          </p:nvPr>
        </p:nvPicPr>
        <p:blipFill>
          <a:blip r:embed="rId2"/>
          <a:stretch>
            <a:fillRect/>
          </a:stretch>
        </p:blipFill>
        <p:spPr>
          <a:xfrm>
            <a:off x="2837656" y="1331913"/>
            <a:ext cx="3468687" cy="3468687"/>
          </a:xfrm>
        </p:spPr>
      </p:pic>
      <p:sp>
        <p:nvSpPr>
          <p:cNvPr id="5" name="Slide Number Placeholder 4"/>
          <p:cNvSpPr>
            <a:spLocks noGrp="1"/>
          </p:cNvSpPr>
          <p:nvPr>
            <p:ph type="sldNum" sz="quarter" idx="12"/>
          </p:nvPr>
        </p:nvSpPr>
        <p:spPr/>
        <p:txBody>
          <a:bodyPr/>
          <a:lstStyle/>
          <a:p>
            <a:pPr>
              <a:defRPr/>
            </a:pPr>
            <a:fld id="{0E14ABD8-B1EB-4C07-9937-C8C4E38BDF00}" type="slidenum">
              <a:rPr lang="en-US" altLang="en-US" smtClean="0"/>
              <a:pPr>
                <a:defRPr/>
              </a:pPr>
              <a:t>10</a:t>
            </a:fld>
            <a:endParaRPr lang="en-US" altLang="en-US"/>
          </a:p>
        </p:txBody>
      </p:sp>
    </p:spTree>
    <p:extLst>
      <p:ext uri="{BB962C8B-B14F-4D97-AF65-F5344CB8AC3E}">
        <p14:creationId xmlns:p14="http://schemas.microsoft.com/office/powerpoint/2010/main" val="31894117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ER diagram</a:t>
            </a:r>
          </a:p>
        </p:txBody>
      </p:sp>
      <p:sp>
        <p:nvSpPr>
          <p:cNvPr id="5" name="Slide Number Placeholder 4"/>
          <p:cNvSpPr>
            <a:spLocks noGrp="1"/>
          </p:cNvSpPr>
          <p:nvPr>
            <p:ph type="sldNum" sz="quarter" idx="12"/>
          </p:nvPr>
        </p:nvSpPr>
        <p:spPr/>
        <p:txBody>
          <a:bodyPr/>
          <a:lstStyle/>
          <a:p>
            <a:pPr>
              <a:defRPr/>
            </a:pPr>
            <a:fld id="{0E14ABD8-B1EB-4C07-9937-C8C4E38BDF00}" type="slidenum">
              <a:rPr lang="en-US" altLang="en-US" smtClean="0"/>
              <a:pPr>
                <a:defRPr/>
              </a:pPr>
              <a:t>11</a:t>
            </a:fld>
            <a:endParaRPr lang="en-US" altLang="en-US"/>
          </a:p>
        </p:txBody>
      </p:sp>
      <p:pic>
        <p:nvPicPr>
          <p:cNvPr id="7" name="Content Placeholder 6" descr="ER Diagram of Library Management System _ Creately">
            <a:extLst>
              <a:ext uri="{FF2B5EF4-FFF2-40B4-BE49-F238E27FC236}">
                <a16:creationId xmlns:a16="http://schemas.microsoft.com/office/drawing/2014/main" id="{19608877-BAFE-F511-3A9E-A250B497B5ED}"/>
              </a:ext>
            </a:extLst>
          </p:cNvPr>
          <p:cNvPicPr>
            <a:picLocks noGrp="1" noChangeAspect="1"/>
          </p:cNvPicPr>
          <p:nvPr>
            <p:ph idx="1"/>
          </p:nvPr>
        </p:nvPicPr>
        <p:blipFill>
          <a:blip r:embed="rId2"/>
          <a:srcRect t="10419" r="1061"/>
          <a:stretch>
            <a:fillRect/>
          </a:stretch>
        </p:blipFill>
        <p:spPr>
          <a:xfrm>
            <a:off x="1795062" y="1331913"/>
            <a:ext cx="5553875" cy="3468687"/>
          </a:xfrm>
          <a:prstGeom prst="rect">
            <a:avLst/>
          </a:prstGeom>
        </p:spPr>
      </p:pic>
    </p:spTree>
    <p:extLst>
      <p:ext uri="{BB962C8B-B14F-4D97-AF65-F5344CB8AC3E}">
        <p14:creationId xmlns:p14="http://schemas.microsoft.com/office/powerpoint/2010/main" val="32411628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Description</a:t>
            </a:r>
          </a:p>
        </p:txBody>
      </p:sp>
      <p:sp>
        <p:nvSpPr>
          <p:cNvPr id="3" name="Content Placeholder 2"/>
          <p:cNvSpPr>
            <a:spLocks noGrp="1"/>
          </p:cNvSpPr>
          <p:nvPr>
            <p:ph idx="1"/>
          </p:nvPr>
        </p:nvSpPr>
        <p:spPr>
          <a:xfrm>
            <a:off x="609600" y="1809750"/>
            <a:ext cx="8229600" cy="2751867"/>
          </a:xfrm>
        </p:spPr>
        <p:txBody>
          <a:bodyPr/>
          <a:lstStyle/>
          <a:p>
            <a:pPr>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Frontend:</a:t>
            </a:r>
            <a:r>
              <a:rPr lang="en-IN" sz="1800" dirty="0">
                <a:latin typeface="Times New Roman" panose="02020603050405020304" pitchFamily="18" charset="0"/>
                <a:cs typeface="Times New Roman" panose="02020603050405020304" pitchFamily="18" charset="0"/>
              </a:rPr>
              <a:t> </a:t>
            </a:r>
            <a:r>
              <a:rPr lang="en-IN" sz="1800" dirty="0" err="1">
                <a:latin typeface="Times New Roman" panose="02020603050405020304" pitchFamily="18" charset="0"/>
                <a:cs typeface="Times New Roman" panose="02020603050405020304" pitchFamily="18" charset="0"/>
              </a:rPr>
              <a:t>Tkinter</a:t>
            </a:r>
            <a:r>
              <a:rPr lang="en-IN" sz="1800" dirty="0">
                <a:latin typeface="Times New Roman" panose="02020603050405020304" pitchFamily="18" charset="0"/>
                <a:cs typeface="Times New Roman" panose="02020603050405020304" pitchFamily="18" charset="0"/>
              </a:rPr>
              <a:t> (Python GUI Library)</a:t>
            </a:r>
          </a:p>
          <a:p>
            <a:pPr>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Backend :</a:t>
            </a:r>
            <a:r>
              <a:rPr lang="en-IN" sz="1800" dirty="0">
                <a:latin typeface="Times New Roman" panose="02020603050405020304" pitchFamily="18" charset="0"/>
                <a:cs typeface="Times New Roman" panose="02020603050405020304" pitchFamily="18" charset="0"/>
              </a:rPr>
              <a:t> Python 3.x</a:t>
            </a:r>
          </a:p>
          <a:p>
            <a:pPr>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Database:</a:t>
            </a:r>
            <a:r>
              <a:rPr lang="en-IN" sz="1800" dirty="0">
                <a:latin typeface="Times New Roman" panose="02020603050405020304" pitchFamily="18" charset="0"/>
                <a:cs typeface="Times New Roman" panose="02020603050405020304" pitchFamily="18" charset="0"/>
              </a:rPr>
              <a:t> MySQL (accessed via MySQL Workbench 8.0)</a:t>
            </a:r>
          </a:p>
          <a:p>
            <a:pPr>
              <a:buFont typeface="Arial" panose="020B0604020202020204" pitchFamily="34" charset="0"/>
              <a:buChar char="•"/>
            </a:pPr>
            <a:r>
              <a:rPr lang="en-IN" sz="1800" b="1" dirty="0">
                <a:latin typeface="Times New Roman" panose="02020603050405020304" pitchFamily="18" charset="0"/>
                <a:cs typeface="Times New Roman" panose="02020603050405020304" pitchFamily="18" charset="0"/>
              </a:rPr>
              <a:t>IDE:</a:t>
            </a:r>
            <a:r>
              <a:rPr lang="en-IN" sz="1800" dirty="0">
                <a:latin typeface="Times New Roman" panose="02020603050405020304" pitchFamily="18" charset="0"/>
                <a:cs typeface="Times New Roman" panose="02020603050405020304" pitchFamily="18" charset="0"/>
              </a:rPr>
              <a:t> Any Python IDE  (VS Code)</a:t>
            </a:r>
          </a:p>
          <a:p>
            <a:pPr marL="119062" indent="0">
              <a:buNone/>
            </a:pPr>
            <a:endParaRPr lang="en-US" dirty="0"/>
          </a:p>
        </p:txBody>
      </p:sp>
      <p:sp>
        <p:nvSpPr>
          <p:cNvPr id="5" name="Slide Number Placeholder 4"/>
          <p:cNvSpPr>
            <a:spLocks noGrp="1"/>
          </p:cNvSpPr>
          <p:nvPr>
            <p:ph type="sldNum" sz="quarter" idx="12"/>
          </p:nvPr>
        </p:nvSpPr>
        <p:spPr/>
        <p:txBody>
          <a:bodyPr/>
          <a:lstStyle/>
          <a:p>
            <a:pPr>
              <a:defRPr/>
            </a:pPr>
            <a:fld id="{0E14ABD8-B1EB-4C07-9937-C8C4E38BDF00}" type="slidenum">
              <a:rPr lang="en-US" altLang="en-US" smtClean="0"/>
              <a:pPr>
                <a:defRPr/>
              </a:pPr>
              <a:t>12</a:t>
            </a:fld>
            <a:endParaRPr lang="en-US" altLang="en-US"/>
          </a:p>
        </p:txBody>
      </p:sp>
    </p:spTree>
    <p:extLst>
      <p:ext uri="{BB962C8B-B14F-4D97-AF65-F5344CB8AC3E}">
        <p14:creationId xmlns:p14="http://schemas.microsoft.com/office/powerpoint/2010/main" val="22689355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Results &amp; Discussion</a:t>
            </a:r>
          </a:p>
        </p:txBody>
      </p:sp>
      <p:sp>
        <p:nvSpPr>
          <p:cNvPr id="5" name="Slide Number Placeholder 4"/>
          <p:cNvSpPr>
            <a:spLocks noGrp="1"/>
          </p:cNvSpPr>
          <p:nvPr>
            <p:ph type="sldNum" sz="quarter" idx="12"/>
          </p:nvPr>
        </p:nvSpPr>
        <p:spPr/>
        <p:txBody>
          <a:bodyPr/>
          <a:lstStyle/>
          <a:p>
            <a:pPr>
              <a:defRPr/>
            </a:pPr>
            <a:fld id="{0E14ABD8-B1EB-4C07-9937-C8C4E38BDF00}" type="slidenum">
              <a:rPr lang="en-US" altLang="en-US" smtClean="0"/>
              <a:pPr>
                <a:defRPr/>
              </a:pPr>
              <a:t>13</a:t>
            </a:fld>
            <a:endParaRPr lang="en-US" altLang="en-US"/>
          </a:p>
        </p:txBody>
      </p:sp>
      <p:pic>
        <p:nvPicPr>
          <p:cNvPr id="4" name="Picture 3" descr="Screenshot 2025-05-26 110525">
            <a:extLst>
              <a:ext uri="{FF2B5EF4-FFF2-40B4-BE49-F238E27FC236}">
                <a16:creationId xmlns:a16="http://schemas.microsoft.com/office/drawing/2014/main" id="{52FB0638-82AA-4B82-0955-5CF48BF67A44}"/>
              </a:ext>
            </a:extLst>
          </p:cNvPr>
          <p:cNvPicPr>
            <a:picLocks noChangeAspect="1"/>
          </p:cNvPicPr>
          <p:nvPr/>
        </p:nvPicPr>
        <p:blipFill>
          <a:blip r:embed="rId2"/>
          <a:srcRect l="255" t="621" r="-468" b="23688"/>
          <a:stretch>
            <a:fillRect/>
          </a:stretch>
        </p:blipFill>
        <p:spPr>
          <a:xfrm>
            <a:off x="152400" y="1200150"/>
            <a:ext cx="2743200" cy="1888490"/>
          </a:xfrm>
          <a:prstGeom prst="rect">
            <a:avLst/>
          </a:prstGeom>
        </p:spPr>
      </p:pic>
      <p:sp>
        <p:nvSpPr>
          <p:cNvPr id="7" name="TextBox 6">
            <a:extLst>
              <a:ext uri="{FF2B5EF4-FFF2-40B4-BE49-F238E27FC236}">
                <a16:creationId xmlns:a16="http://schemas.microsoft.com/office/drawing/2014/main" id="{13331A82-0403-5EF3-E051-59498026AF23}"/>
              </a:ext>
            </a:extLst>
          </p:cNvPr>
          <p:cNvSpPr txBox="1"/>
          <p:nvPr/>
        </p:nvSpPr>
        <p:spPr>
          <a:xfrm>
            <a:off x="0" y="3333750"/>
            <a:ext cx="3390900" cy="2092881"/>
          </a:xfrm>
          <a:prstGeom prst="rect">
            <a:avLst/>
          </a:prstGeom>
          <a:noFill/>
        </p:spPr>
        <p:txBody>
          <a:bodyPr wrap="square" rtlCol="0">
            <a:spAutoFit/>
          </a:bodyPr>
          <a:lstStyle/>
          <a:p>
            <a:pPr algn="just"/>
            <a:r>
              <a:rPr lang="en-US" sz="1600" dirty="0">
                <a:effectLst/>
                <a:latin typeface="Times New Roman" panose="02020603050405020304" pitchFamily="18" charset="0"/>
                <a:ea typeface="SimSun" panose="02010600030101010101" pitchFamily="2" charset="-122"/>
              </a:rPr>
              <a:t>The welcome page of the Library Management System provides two options: </a:t>
            </a:r>
            <a:r>
              <a:rPr lang="en-US" sz="1600" b="1" dirty="0">
                <a:effectLst/>
                <a:latin typeface="Times New Roman" panose="02020603050405020304" pitchFamily="18" charset="0"/>
                <a:ea typeface="SimSun" panose="02010600030101010101" pitchFamily="2" charset="-122"/>
              </a:rPr>
              <a:t>Admin</a:t>
            </a:r>
            <a:r>
              <a:rPr lang="en-US" sz="1600" dirty="0">
                <a:effectLst/>
                <a:latin typeface="Times New Roman" panose="02020603050405020304" pitchFamily="18" charset="0"/>
                <a:ea typeface="SimSun" panose="02010600030101010101" pitchFamily="2" charset="-122"/>
              </a:rPr>
              <a:t> and </a:t>
            </a:r>
            <a:r>
              <a:rPr lang="en-US" sz="1600" b="1" dirty="0">
                <a:effectLst/>
                <a:latin typeface="Times New Roman" panose="02020603050405020304" pitchFamily="18" charset="0"/>
                <a:ea typeface="SimSun" panose="02010600030101010101" pitchFamily="2" charset="-122"/>
              </a:rPr>
              <a:t>Member</a:t>
            </a:r>
            <a:r>
              <a:rPr lang="en-US" sz="1600" dirty="0">
                <a:effectLst/>
                <a:latin typeface="Times New Roman" panose="02020603050405020304" pitchFamily="18" charset="0"/>
                <a:ea typeface="SimSun" panose="02010600030101010101" pitchFamily="2" charset="-122"/>
              </a:rPr>
              <a:t>. Users select their role to proceed to their respective login pages. This interface ensures role-based access and streamlined user experience.</a:t>
            </a:r>
            <a:endParaRPr lang="en-IN" sz="1600" dirty="0">
              <a:effectLst/>
              <a:latin typeface="Times New Roman" panose="02020603050405020304" pitchFamily="18" charset="0"/>
              <a:ea typeface="SimSun" panose="02010600030101010101" pitchFamily="2" charset="-122"/>
            </a:endParaRPr>
          </a:p>
          <a:p>
            <a:endParaRPr lang="en-IN" dirty="0"/>
          </a:p>
        </p:txBody>
      </p:sp>
      <p:pic>
        <p:nvPicPr>
          <p:cNvPr id="8" name="Picture 7" descr="Screenshot 2025-05-26 105833">
            <a:extLst>
              <a:ext uri="{FF2B5EF4-FFF2-40B4-BE49-F238E27FC236}">
                <a16:creationId xmlns:a16="http://schemas.microsoft.com/office/drawing/2014/main" id="{D317B865-2017-9B16-6F6E-4D90A320520C}"/>
              </a:ext>
            </a:extLst>
          </p:cNvPr>
          <p:cNvPicPr>
            <a:picLocks noChangeAspect="1"/>
          </p:cNvPicPr>
          <p:nvPr/>
        </p:nvPicPr>
        <p:blipFill>
          <a:blip r:embed="rId3"/>
          <a:srcRect r="-485" b="16124"/>
          <a:stretch>
            <a:fillRect/>
          </a:stretch>
        </p:blipFill>
        <p:spPr>
          <a:xfrm>
            <a:off x="3390900" y="1157209"/>
            <a:ext cx="2400300" cy="1894205"/>
          </a:xfrm>
          <a:prstGeom prst="rect">
            <a:avLst/>
          </a:prstGeom>
        </p:spPr>
      </p:pic>
      <p:sp>
        <p:nvSpPr>
          <p:cNvPr id="10" name="TextBox 9">
            <a:extLst>
              <a:ext uri="{FF2B5EF4-FFF2-40B4-BE49-F238E27FC236}">
                <a16:creationId xmlns:a16="http://schemas.microsoft.com/office/drawing/2014/main" id="{B7A06381-7994-55EF-B4B1-69D05D31A80E}"/>
              </a:ext>
            </a:extLst>
          </p:cNvPr>
          <p:cNvSpPr txBox="1"/>
          <p:nvPr/>
        </p:nvSpPr>
        <p:spPr>
          <a:xfrm>
            <a:off x="3643630" y="3193762"/>
            <a:ext cx="2362200" cy="584775"/>
          </a:xfrm>
          <a:prstGeom prst="rect">
            <a:avLst/>
          </a:prstGeom>
          <a:noFill/>
        </p:spPr>
        <p:txBody>
          <a:bodyPr wrap="square" rtlCol="0">
            <a:spAutoFit/>
          </a:bodyPr>
          <a:lstStyle/>
          <a:p>
            <a:r>
              <a:rPr lang="en-US" sz="1600" dirty="0">
                <a:effectLst/>
                <a:latin typeface="Times New Roman" panose="02020603050405020304" pitchFamily="18" charset="0"/>
                <a:ea typeface="Times New Roman" panose="02020603050405020304" pitchFamily="18" charset="0"/>
              </a:rPr>
              <a:t>Admin Signup/Login Page</a:t>
            </a:r>
            <a:endParaRPr lang="en-IN" sz="1600" dirty="0"/>
          </a:p>
        </p:txBody>
      </p:sp>
      <p:pic>
        <p:nvPicPr>
          <p:cNvPr id="11" name="Picture 10" descr="Screenshot 2025-05-28 052557">
            <a:extLst>
              <a:ext uri="{FF2B5EF4-FFF2-40B4-BE49-F238E27FC236}">
                <a16:creationId xmlns:a16="http://schemas.microsoft.com/office/drawing/2014/main" id="{9C9F2F83-5A6E-A587-1094-A3EAA8613FD9}"/>
              </a:ext>
            </a:extLst>
          </p:cNvPr>
          <p:cNvPicPr>
            <a:picLocks noChangeAspect="1"/>
          </p:cNvPicPr>
          <p:nvPr/>
        </p:nvPicPr>
        <p:blipFill>
          <a:blip r:embed="rId4"/>
          <a:srcRect l="245" t="302" r="-204" b="29548"/>
          <a:stretch>
            <a:fillRect/>
          </a:stretch>
        </p:blipFill>
        <p:spPr>
          <a:xfrm>
            <a:off x="5899151" y="1224661"/>
            <a:ext cx="2787650" cy="1732280"/>
          </a:xfrm>
          <a:prstGeom prst="rect">
            <a:avLst/>
          </a:prstGeom>
        </p:spPr>
      </p:pic>
      <p:sp>
        <p:nvSpPr>
          <p:cNvPr id="14" name="TextBox 13">
            <a:extLst>
              <a:ext uri="{FF2B5EF4-FFF2-40B4-BE49-F238E27FC236}">
                <a16:creationId xmlns:a16="http://schemas.microsoft.com/office/drawing/2014/main" id="{C05D2BB6-6FB8-AF29-3E19-74EB56100074}"/>
              </a:ext>
            </a:extLst>
          </p:cNvPr>
          <p:cNvSpPr txBox="1"/>
          <p:nvPr/>
        </p:nvSpPr>
        <p:spPr>
          <a:xfrm>
            <a:off x="5917967" y="3232016"/>
            <a:ext cx="2286000" cy="923330"/>
          </a:xfrm>
          <a:prstGeom prst="rect">
            <a:avLst/>
          </a:prstGeom>
          <a:noFill/>
        </p:spPr>
        <p:txBody>
          <a:bodyPr wrap="square" rtlCol="0">
            <a:spAutoFit/>
          </a:bodyPr>
          <a:lstStyle/>
          <a:p>
            <a:r>
              <a:rPr lang="en-US" sz="1800" b="1" dirty="0">
                <a:effectLst/>
                <a:latin typeface="Times New Roman" panose="02020603050405020304" pitchFamily="18" charset="0"/>
                <a:ea typeface="SimSun" panose="02010600030101010101" pitchFamily="2" charset="-122"/>
              </a:rPr>
              <a:t> </a:t>
            </a:r>
            <a:r>
              <a:rPr lang="en-US" sz="1600" dirty="0">
                <a:effectLst/>
                <a:latin typeface="Times New Roman" panose="02020603050405020304" pitchFamily="18" charset="0"/>
                <a:ea typeface="SimSun" panose="02010600030101010101" pitchFamily="2" charset="-122"/>
              </a:rPr>
              <a:t>Member Signup/Login Page</a:t>
            </a:r>
            <a:endParaRPr lang="en-IN" sz="1600" dirty="0">
              <a:effectLst/>
              <a:latin typeface="Times New Roman" panose="02020603050405020304" pitchFamily="18" charset="0"/>
              <a:ea typeface="SimSun" panose="02010600030101010101" pitchFamily="2" charset="-122"/>
            </a:endParaRPr>
          </a:p>
          <a:p>
            <a:endParaRPr lang="en-IN" dirty="0"/>
          </a:p>
        </p:txBody>
      </p:sp>
    </p:spTree>
    <p:extLst>
      <p:ext uri="{BB962C8B-B14F-4D97-AF65-F5344CB8AC3E}">
        <p14:creationId xmlns:p14="http://schemas.microsoft.com/office/powerpoint/2010/main" val="819963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5B7B62-95B5-20FD-E7FA-13B423D0FB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F950CB-36D3-A667-546E-61A1F6D6E939}"/>
              </a:ext>
            </a:extLst>
          </p:cNvPr>
          <p:cNvSpPr>
            <a:spLocks noGrp="1"/>
          </p:cNvSpPr>
          <p:nvPr>
            <p:ph type="title"/>
          </p:nvPr>
        </p:nvSpPr>
        <p:spPr/>
        <p:txBody>
          <a:bodyPr/>
          <a:lstStyle/>
          <a:p>
            <a:r>
              <a:rPr lang="en-US" dirty="0"/>
              <a:t>Results &amp; Discussion</a:t>
            </a:r>
          </a:p>
        </p:txBody>
      </p:sp>
      <p:sp>
        <p:nvSpPr>
          <p:cNvPr id="5" name="Slide Number Placeholder 4">
            <a:extLst>
              <a:ext uri="{FF2B5EF4-FFF2-40B4-BE49-F238E27FC236}">
                <a16:creationId xmlns:a16="http://schemas.microsoft.com/office/drawing/2014/main" id="{A3C0BF28-9B10-2484-A550-AA59A3C743FF}"/>
              </a:ext>
            </a:extLst>
          </p:cNvPr>
          <p:cNvSpPr>
            <a:spLocks noGrp="1"/>
          </p:cNvSpPr>
          <p:nvPr>
            <p:ph type="sldNum" sz="quarter" idx="12"/>
          </p:nvPr>
        </p:nvSpPr>
        <p:spPr/>
        <p:txBody>
          <a:bodyPr/>
          <a:lstStyle/>
          <a:p>
            <a:pPr>
              <a:defRPr/>
            </a:pPr>
            <a:fld id="{0E14ABD8-B1EB-4C07-9937-C8C4E38BDF00}" type="slidenum">
              <a:rPr lang="en-US" altLang="en-US" smtClean="0"/>
              <a:pPr>
                <a:defRPr/>
              </a:pPr>
              <a:t>14</a:t>
            </a:fld>
            <a:endParaRPr lang="en-US" altLang="en-US"/>
          </a:p>
        </p:txBody>
      </p:sp>
      <p:pic>
        <p:nvPicPr>
          <p:cNvPr id="3" name="Picture 2" descr="Screenshot 2025-05-28 045138">
            <a:extLst>
              <a:ext uri="{FF2B5EF4-FFF2-40B4-BE49-F238E27FC236}">
                <a16:creationId xmlns:a16="http://schemas.microsoft.com/office/drawing/2014/main" id="{44DA6C92-88E2-E5AF-FB51-3E711FBDC34A}"/>
              </a:ext>
            </a:extLst>
          </p:cNvPr>
          <p:cNvPicPr>
            <a:picLocks noChangeAspect="1"/>
          </p:cNvPicPr>
          <p:nvPr/>
        </p:nvPicPr>
        <p:blipFill>
          <a:blip r:embed="rId2"/>
          <a:stretch>
            <a:fillRect/>
          </a:stretch>
        </p:blipFill>
        <p:spPr>
          <a:xfrm>
            <a:off x="76200" y="1200151"/>
            <a:ext cx="2514600" cy="1828800"/>
          </a:xfrm>
          <a:prstGeom prst="rect">
            <a:avLst/>
          </a:prstGeom>
        </p:spPr>
      </p:pic>
      <p:sp>
        <p:nvSpPr>
          <p:cNvPr id="6" name="TextBox 5">
            <a:extLst>
              <a:ext uri="{FF2B5EF4-FFF2-40B4-BE49-F238E27FC236}">
                <a16:creationId xmlns:a16="http://schemas.microsoft.com/office/drawing/2014/main" id="{6DBA36D2-7EE6-6704-7A18-238AB6938C8F}"/>
              </a:ext>
            </a:extLst>
          </p:cNvPr>
          <p:cNvSpPr txBox="1"/>
          <p:nvPr/>
        </p:nvSpPr>
        <p:spPr>
          <a:xfrm>
            <a:off x="180363" y="3301484"/>
            <a:ext cx="2438400" cy="338554"/>
          </a:xfrm>
          <a:prstGeom prst="rect">
            <a:avLst/>
          </a:prstGeom>
          <a:noFill/>
        </p:spPr>
        <p:txBody>
          <a:bodyPr wrap="square" rtlCol="0">
            <a:spAutoFit/>
          </a:bodyPr>
          <a:lstStyle/>
          <a:p>
            <a:r>
              <a:rPr lang="en-US" sz="1600" dirty="0">
                <a:effectLst/>
                <a:latin typeface="Times New Roman" panose="02020603050405020304" pitchFamily="18" charset="0"/>
                <a:ea typeface="Times New Roman" panose="02020603050405020304" pitchFamily="18" charset="0"/>
              </a:rPr>
              <a:t>Admin Login Page</a:t>
            </a:r>
            <a:endParaRPr lang="en-IN" sz="1600" dirty="0"/>
          </a:p>
        </p:txBody>
      </p:sp>
      <p:pic>
        <p:nvPicPr>
          <p:cNvPr id="9" name="Picture 8" descr="Screenshot 2025-05-26 110607">
            <a:extLst>
              <a:ext uri="{FF2B5EF4-FFF2-40B4-BE49-F238E27FC236}">
                <a16:creationId xmlns:a16="http://schemas.microsoft.com/office/drawing/2014/main" id="{CC2A340C-B85C-1A38-A506-4447D5638B39}"/>
              </a:ext>
            </a:extLst>
          </p:cNvPr>
          <p:cNvPicPr>
            <a:picLocks noChangeAspect="1"/>
          </p:cNvPicPr>
          <p:nvPr/>
        </p:nvPicPr>
        <p:blipFill>
          <a:blip r:embed="rId3"/>
          <a:srcRect r="651" b="29232"/>
          <a:stretch>
            <a:fillRect/>
          </a:stretch>
        </p:blipFill>
        <p:spPr>
          <a:xfrm>
            <a:off x="2895601" y="1186386"/>
            <a:ext cx="2667000" cy="1828800"/>
          </a:xfrm>
          <a:prstGeom prst="rect">
            <a:avLst/>
          </a:prstGeom>
        </p:spPr>
      </p:pic>
      <p:sp>
        <p:nvSpPr>
          <p:cNvPr id="12" name="TextBox 11">
            <a:extLst>
              <a:ext uri="{FF2B5EF4-FFF2-40B4-BE49-F238E27FC236}">
                <a16:creationId xmlns:a16="http://schemas.microsoft.com/office/drawing/2014/main" id="{05A6D119-7B85-DBA5-8A0A-D092E1C5F892}"/>
              </a:ext>
            </a:extLst>
          </p:cNvPr>
          <p:cNvSpPr txBox="1"/>
          <p:nvPr/>
        </p:nvSpPr>
        <p:spPr>
          <a:xfrm>
            <a:off x="2895601" y="3222616"/>
            <a:ext cx="2438400" cy="417422"/>
          </a:xfrm>
          <a:prstGeom prst="rect">
            <a:avLst/>
          </a:prstGeom>
          <a:noFill/>
        </p:spPr>
        <p:txBody>
          <a:bodyPr wrap="square" rtlCol="0">
            <a:spAutoFit/>
          </a:bodyPr>
          <a:lstStyle/>
          <a:p>
            <a:pPr marR="68580" indent="356870" algn="just">
              <a:lnSpc>
                <a:spcPct val="150000"/>
              </a:lnSpc>
              <a:spcBef>
                <a:spcPts val="355"/>
              </a:spcBef>
            </a:pPr>
            <a:r>
              <a:rPr lang="en-US" sz="1600" dirty="0">
                <a:effectLst/>
                <a:latin typeface="Times New Roman" panose="02020603050405020304" pitchFamily="18" charset="0"/>
                <a:ea typeface="Times New Roman" panose="02020603050405020304" pitchFamily="18" charset="0"/>
              </a:rPr>
              <a:t>Member Login Page</a:t>
            </a:r>
            <a:endParaRPr lang="en-IN" sz="1600" dirty="0">
              <a:effectLst/>
              <a:latin typeface="Times New Roman" panose="02020603050405020304" pitchFamily="18" charset="0"/>
              <a:ea typeface="Times New Roman" panose="02020603050405020304" pitchFamily="18" charset="0"/>
            </a:endParaRPr>
          </a:p>
        </p:txBody>
      </p:sp>
      <p:pic>
        <p:nvPicPr>
          <p:cNvPr id="13" name="Picture 12" descr="Screenshot 2025-05-26 110149">
            <a:extLst>
              <a:ext uri="{FF2B5EF4-FFF2-40B4-BE49-F238E27FC236}">
                <a16:creationId xmlns:a16="http://schemas.microsoft.com/office/drawing/2014/main" id="{52DC628F-A6C6-8F16-57EE-9811934A65AA}"/>
              </a:ext>
            </a:extLst>
          </p:cNvPr>
          <p:cNvPicPr>
            <a:picLocks noChangeAspect="1"/>
          </p:cNvPicPr>
          <p:nvPr/>
        </p:nvPicPr>
        <p:blipFill>
          <a:blip r:embed="rId4"/>
          <a:stretch>
            <a:fillRect/>
          </a:stretch>
        </p:blipFill>
        <p:spPr>
          <a:xfrm>
            <a:off x="5746750" y="1186386"/>
            <a:ext cx="2940050" cy="1842565"/>
          </a:xfrm>
          <a:prstGeom prst="rect">
            <a:avLst/>
          </a:prstGeom>
        </p:spPr>
      </p:pic>
      <p:sp>
        <p:nvSpPr>
          <p:cNvPr id="15" name="TextBox 14">
            <a:extLst>
              <a:ext uri="{FF2B5EF4-FFF2-40B4-BE49-F238E27FC236}">
                <a16:creationId xmlns:a16="http://schemas.microsoft.com/office/drawing/2014/main" id="{92F89093-4736-FB3B-EB65-E51F8B11AC06}"/>
              </a:ext>
            </a:extLst>
          </p:cNvPr>
          <p:cNvSpPr txBox="1"/>
          <p:nvPr/>
        </p:nvSpPr>
        <p:spPr>
          <a:xfrm>
            <a:off x="6019800" y="3294082"/>
            <a:ext cx="2438400" cy="369332"/>
          </a:xfrm>
          <a:prstGeom prst="rect">
            <a:avLst/>
          </a:prstGeom>
          <a:noFill/>
        </p:spPr>
        <p:txBody>
          <a:bodyPr wrap="square" rtlCol="0">
            <a:spAutoFit/>
          </a:bodyPr>
          <a:lstStyle/>
          <a:p>
            <a:r>
              <a:rPr lang="en-US" sz="1600" dirty="0">
                <a:effectLst/>
                <a:latin typeface="Times New Roman" panose="02020603050405020304" pitchFamily="18" charset="0"/>
                <a:ea typeface="Times New Roman" panose="02020603050405020304" pitchFamily="18" charset="0"/>
              </a:rPr>
              <a:t>Admin Signup Page</a:t>
            </a:r>
            <a:r>
              <a:rPr lang="en-US" sz="1800" b="1" dirty="0">
                <a:effectLst/>
                <a:latin typeface="Times New Roman" panose="02020603050405020304" pitchFamily="18" charset="0"/>
                <a:ea typeface="Times New Roman" panose="02020603050405020304" pitchFamily="18" charset="0"/>
              </a:rPr>
              <a:t>	</a:t>
            </a:r>
            <a:endParaRPr lang="en-IN" dirty="0"/>
          </a:p>
        </p:txBody>
      </p:sp>
    </p:spTree>
    <p:extLst>
      <p:ext uri="{BB962C8B-B14F-4D97-AF65-F5344CB8AC3E}">
        <p14:creationId xmlns:p14="http://schemas.microsoft.com/office/powerpoint/2010/main" val="2139319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922968-88A6-667E-EF01-5AEE4FE2C0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9AA8BC-D512-905F-A521-EC58924E1DC9}"/>
              </a:ext>
            </a:extLst>
          </p:cNvPr>
          <p:cNvSpPr>
            <a:spLocks noGrp="1"/>
          </p:cNvSpPr>
          <p:nvPr>
            <p:ph type="title"/>
          </p:nvPr>
        </p:nvSpPr>
        <p:spPr/>
        <p:txBody>
          <a:bodyPr/>
          <a:lstStyle/>
          <a:p>
            <a:r>
              <a:rPr lang="en-US" dirty="0"/>
              <a:t>Results &amp; Discussion</a:t>
            </a:r>
          </a:p>
        </p:txBody>
      </p:sp>
      <p:sp>
        <p:nvSpPr>
          <p:cNvPr id="5" name="Slide Number Placeholder 4">
            <a:extLst>
              <a:ext uri="{FF2B5EF4-FFF2-40B4-BE49-F238E27FC236}">
                <a16:creationId xmlns:a16="http://schemas.microsoft.com/office/drawing/2014/main" id="{D26E9793-5395-651B-7656-7D9593E5F9E5}"/>
              </a:ext>
            </a:extLst>
          </p:cNvPr>
          <p:cNvSpPr>
            <a:spLocks noGrp="1"/>
          </p:cNvSpPr>
          <p:nvPr>
            <p:ph type="sldNum" sz="quarter" idx="12"/>
          </p:nvPr>
        </p:nvSpPr>
        <p:spPr/>
        <p:txBody>
          <a:bodyPr/>
          <a:lstStyle/>
          <a:p>
            <a:pPr>
              <a:defRPr/>
            </a:pPr>
            <a:fld id="{0E14ABD8-B1EB-4C07-9937-C8C4E38BDF00}" type="slidenum">
              <a:rPr lang="en-US" altLang="en-US" smtClean="0"/>
              <a:pPr>
                <a:defRPr/>
              </a:pPr>
              <a:t>15</a:t>
            </a:fld>
            <a:endParaRPr lang="en-US" altLang="en-US"/>
          </a:p>
        </p:txBody>
      </p:sp>
      <p:pic>
        <p:nvPicPr>
          <p:cNvPr id="4" name="Picture 3" descr="Screenshot 2025-05-28 045549">
            <a:extLst>
              <a:ext uri="{FF2B5EF4-FFF2-40B4-BE49-F238E27FC236}">
                <a16:creationId xmlns:a16="http://schemas.microsoft.com/office/drawing/2014/main" id="{14B0B4D3-D7E5-E665-C1B7-078CE46967E1}"/>
              </a:ext>
            </a:extLst>
          </p:cNvPr>
          <p:cNvPicPr>
            <a:picLocks noChangeAspect="1"/>
          </p:cNvPicPr>
          <p:nvPr/>
        </p:nvPicPr>
        <p:blipFill>
          <a:blip r:embed="rId2"/>
          <a:srcRect r="1446" b="27157"/>
          <a:stretch>
            <a:fillRect/>
          </a:stretch>
        </p:blipFill>
        <p:spPr>
          <a:xfrm>
            <a:off x="152400" y="1200150"/>
            <a:ext cx="3125470" cy="2152015"/>
          </a:xfrm>
          <a:prstGeom prst="rect">
            <a:avLst/>
          </a:prstGeom>
        </p:spPr>
      </p:pic>
      <p:sp>
        <p:nvSpPr>
          <p:cNvPr id="7" name="TextBox 6">
            <a:extLst>
              <a:ext uri="{FF2B5EF4-FFF2-40B4-BE49-F238E27FC236}">
                <a16:creationId xmlns:a16="http://schemas.microsoft.com/office/drawing/2014/main" id="{F6ADDF27-9027-0C39-C8E6-87F022BC4047}"/>
              </a:ext>
            </a:extLst>
          </p:cNvPr>
          <p:cNvSpPr txBox="1"/>
          <p:nvPr/>
        </p:nvSpPr>
        <p:spPr>
          <a:xfrm>
            <a:off x="152400" y="3790950"/>
            <a:ext cx="3048000" cy="338554"/>
          </a:xfrm>
          <a:prstGeom prst="rect">
            <a:avLst/>
          </a:prstGeom>
          <a:noFill/>
        </p:spPr>
        <p:txBody>
          <a:bodyPr wrap="square" rtlCol="0">
            <a:spAutoFit/>
          </a:bodyPr>
          <a:lstStyle/>
          <a:p>
            <a:r>
              <a:rPr lang="en-US" sz="1600" dirty="0">
                <a:effectLst/>
                <a:latin typeface="Times New Roman" panose="02020603050405020304" pitchFamily="18" charset="0"/>
                <a:ea typeface="Times New Roman" panose="02020603050405020304" pitchFamily="18" charset="0"/>
              </a:rPr>
              <a:t>Member Signup Page</a:t>
            </a:r>
            <a:endParaRPr lang="en-IN" sz="1600" dirty="0"/>
          </a:p>
        </p:txBody>
      </p:sp>
      <p:pic>
        <p:nvPicPr>
          <p:cNvPr id="8" name="Picture 7" descr="Screenshot 2025-05-26 105938">
            <a:extLst>
              <a:ext uri="{FF2B5EF4-FFF2-40B4-BE49-F238E27FC236}">
                <a16:creationId xmlns:a16="http://schemas.microsoft.com/office/drawing/2014/main" id="{8429C9BA-1A89-FC88-15B0-CCB0EF3DA0E5}"/>
              </a:ext>
            </a:extLst>
          </p:cNvPr>
          <p:cNvPicPr>
            <a:picLocks noChangeAspect="1"/>
          </p:cNvPicPr>
          <p:nvPr/>
        </p:nvPicPr>
        <p:blipFill>
          <a:blip r:embed="rId3"/>
          <a:srcRect l="1492" r="524" b="26036"/>
          <a:stretch>
            <a:fillRect/>
          </a:stretch>
        </p:blipFill>
        <p:spPr>
          <a:xfrm>
            <a:off x="3581400" y="1196341"/>
            <a:ext cx="2763838" cy="2152016"/>
          </a:xfrm>
          <a:prstGeom prst="rect">
            <a:avLst/>
          </a:prstGeom>
        </p:spPr>
      </p:pic>
      <p:sp>
        <p:nvSpPr>
          <p:cNvPr id="11" name="TextBox 10">
            <a:extLst>
              <a:ext uri="{FF2B5EF4-FFF2-40B4-BE49-F238E27FC236}">
                <a16:creationId xmlns:a16="http://schemas.microsoft.com/office/drawing/2014/main" id="{DEE05679-1089-4DF6-A629-45732AC68E5C}"/>
              </a:ext>
            </a:extLst>
          </p:cNvPr>
          <p:cNvSpPr txBox="1"/>
          <p:nvPr/>
        </p:nvSpPr>
        <p:spPr>
          <a:xfrm>
            <a:off x="3581400" y="3790950"/>
            <a:ext cx="2438400" cy="338554"/>
          </a:xfrm>
          <a:prstGeom prst="rect">
            <a:avLst/>
          </a:prstGeom>
          <a:noFill/>
        </p:spPr>
        <p:txBody>
          <a:bodyPr wrap="square" rtlCol="0">
            <a:spAutoFit/>
          </a:bodyPr>
          <a:lstStyle/>
          <a:p>
            <a:r>
              <a:rPr lang="en-US" sz="1600" dirty="0">
                <a:effectLst/>
                <a:latin typeface="Times New Roman" panose="02020603050405020304" pitchFamily="18" charset="0"/>
                <a:ea typeface="Times New Roman" panose="02020603050405020304" pitchFamily="18" charset="0"/>
              </a:rPr>
              <a:t>Admin Dashboard</a:t>
            </a:r>
            <a:endParaRPr lang="en-IN" sz="1600" dirty="0"/>
          </a:p>
        </p:txBody>
      </p:sp>
      <p:pic>
        <p:nvPicPr>
          <p:cNvPr id="14" name="Picture 13" descr="Screenshot 2025-05-26 110814">
            <a:extLst>
              <a:ext uri="{FF2B5EF4-FFF2-40B4-BE49-F238E27FC236}">
                <a16:creationId xmlns:a16="http://schemas.microsoft.com/office/drawing/2014/main" id="{B5F9F916-6429-8339-CB94-96282B7415E4}"/>
              </a:ext>
            </a:extLst>
          </p:cNvPr>
          <p:cNvPicPr>
            <a:picLocks noChangeAspect="1"/>
          </p:cNvPicPr>
          <p:nvPr/>
        </p:nvPicPr>
        <p:blipFill>
          <a:blip r:embed="rId4"/>
          <a:stretch>
            <a:fillRect/>
          </a:stretch>
        </p:blipFill>
        <p:spPr>
          <a:xfrm>
            <a:off x="6553200" y="1223011"/>
            <a:ext cx="2438400" cy="2152015"/>
          </a:xfrm>
          <a:prstGeom prst="rect">
            <a:avLst/>
          </a:prstGeom>
        </p:spPr>
      </p:pic>
      <p:sp>
        <p:nvSpPr>
          <p:cNvPr id="16" name="TextBox 15">
            <a:extLst>
              <a:ext uri="{FF2B5EF4-FFF2-40B4-BE49-F238E27FC236}">
                <a16:creationId xmlns:a16="http://schemas.microsoft.com/office/drawing/2014/main" id="{035867F3-2F70-E9B5-A8C6-E4933E788E66}"/>
              </a:ext>
            </a:extLst>
          </p:cNvPr>
          <p:cNvSpPr txBox="1"/>
          <p:nvPr/>
        </p:nvSpPr>
        <p:spPr>
          <a:xfrm>
            <a:off x="6553200" y="3790950"/>
            <a:ext cx="2384425" cy="417422"/>
          </a:xfrm>
          <a:prstGeom prst="rect">
            <a:avLst/>
          </a:prstGeom>
          <a:noFill/>
        </p:spPr>
        <p:txBody>
          <a:bodyPr wrap="square" rtlCol="0">
            <a:spAutoFit/>
          </a:bodyPr>
          <a:lstStyle/>
          <a:p>
            <a:pPr marR="68580" algn="ctr">
              <a:lnSpc>
                <a:spcPct val="150000"/>
              </a:lnSpc>
              <a:spcBef>
                <a:spcPts val="355"/>
              </a:spcBef>
            </a:pPr>
            <a:r>
              <a:rPr lang="en-US" sz="1600" dirty="0">
                <a:effectLst/>
                <a:latin typeface="Times New Roman" panose="02020603050405020304" pitchFamily="18" charset="0"/>
                <a:ea typeface="Times New Roman" panose="02020603050405020304" pitchFamily="18" charset="0"/>
              </a:rPr>
              <a:t>Member Panel</a:t>
            </a:r>
            <a:endParaRPr lang="en-IN" sz="16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1636949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1BF171-88F5-6CAC-4AAF-5EBA6C246E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54CA4B-72DD-282C-D306-C83B1D34C7B2}"/>
              </a:ext>
            </a:extLst>
          </p:cNvPr>
          <p:cNvSpPr>
            <a:spLocks noGrp="1"/>
          </p:cNvSpPr>
          <p:nvPr>
            <p:ph type="title"/>
          </p:nvPr>
        </p:nvSpPr>
        <p:spPr/>
        <p:txBody>
          <a:bodyPr/>
          <a:lstStyle/>
          <a:p>
            <a:r>
              <a:rPr lang="en-US" dirty="0"/>
              <a:t>Results &amp; Discussion</a:t>
            </a:r>
          </a:p>
        </p:txBody>
      </p:sp>
      <p:sp>
        <p:nvSpPr>
          <p:cNvPr id="5" name="Slide Number Placeholder 4">
            <a:extLst>
              <a:ext uri="{FF2B5EF4-FFF2-40B4-BE49-F238E27FC236}">
                <a16:creationId xmlns:a16="http://schemas.microsoft.com/office/drawing/2014/main" id="{8A525110-1B36-AE1A-DDFC-42C09B84FDA2}"/>
              </a:ext>
            </a:extLst>
          </p:cNvPr>
          <p:cNvSpPr>
            <a:spLocks noGrp="1"/>
          </p:cNvSpPr>
          <p:nvPr>
            <p:ph type="sldNum" sz="quarter" idx="12"/>
          </p:nvPr>
        </p:nvSpPr>
        <p:spPr/>
        <p:txBody>
          <a:bodyPr/>
          <a:lstStyle/>
          <a:p>
            <a:pPr>
              <a:defRPr/>
            </a:pPr>
            <a:fld id="{0E14ABD8-B1EB-4C07-9937-C8C4E38BDF00}" type="slidenum">
              <a:rPr lang="en-US" altLang="en-US" smtClean="0"/>
              <a:pPr>
                <a:defRPr/>
              </a:pPr>
              <a:t>16</a:t>
            </a:fld>
            <a:endParaRPr lang="en-US" altLang="en-US"/>
          </a:p>
        </p:txBody>
      </p:sp>
      <p:pic>
        <p:nvPicPr>
          <p:cNvPr id="3" name="Picture 2" descr="Screenshot 2025-05-26 111128">
            <a:extLst>
              <a:ext uri="{FF2B5EF4-FFF2-40B4-BE49-F238E27FC236}">
                <a16:creationId xmlns:a16="http://schemas.microsoft.com/office/drawing/2014/main" id="{6C4C12D3-D69B-287A-493B-42CBE4C2F323}"/>
              </a:ext>
            </a:extLst>
          </p:cNvPr>
          <p:cNvPicPr>
            <a:picLocks noChangeAspect="1"/>
          </p:cNvPicPr>
          <p:nvPr/>
        </p:nvPicPr>
        <p:blipFill>
          <a:blip r:embed="rId2"/>
          <a:stretch>
            <a:fillRect/>
          </a:stretch>
        </p:blipFill>
        <p:spPr>
          <a:xfrm>
            <a:off x="381000" y="1200150"/>
            <a:ext cx="3326765" cy="2333625"/>
          </a:xfrm>
          <a:prstGeom prst="rect">
            <a:avLst/>
          </a:prstGeom>
        </p:spPr>
      </p:pic>
      <p:sp>
        <p:nvSpPr>
          <p:cNvPr id="6" name="TextBox 5">
            <a:extLst>
              <a:ext uri="{FF2B5EF4-FFF2-40B4-BE49-F238E27FC236}">
                <a16:creationId xmlns:a16="http://schemas.microsoft.com/office/drawing/2014/main" id="{88764F28-CA26-58FB-3F59-BBEC95710580}"/>
              </a:ext>
            </a:extLst>
          </p:cNvPr>
          <p:cNvSpPr txBox="1"/>
          <p:nvPr/>
        </p:nvSpPr>
        <p:spPr>
          <a:xfrm>
            <a:off x="304800" y="4019550"/>
            <a:ext cx="3505200" cy="417422"/>
          </a:xfrm>
          <a:prstGeom prst="rect">
            <a:avLst/>
          </a:prstGeom>
          <a:noFill/>
        </p:spPr>
        <p:txBody>
          <a:bodyPr wrap="square" rtlCol="0">
            <a:spAutoFit/>
          </a:bodyPr>
          <a:lstStyle/>
          <a:p>
            <a:pPr algn="ctr">
              <a:lnSpc>
                <a:spcPct val="150000"/>
              </a:lnSpc>
            </a:pPr>
            <a:r>
              <a:rPr lang="en-US" sz="1600" dirty="0">
                <a:effectLst/>
                <a:latin typeface="Times New Roman" panose="02020603050405020304" pitchFamily="18" charset="0"/>
                <a:ea typeface="SimSun" panose="02010600030101010101" pitchFamily="2" charset="-122"/>
              </a:rPr>
              <a:t>Borrow Request Approval Panel</a:t>
            </a:r>
            <a:endParaRPr lang="en-IN" sz="1600" dirty="0">
              <a:effectLst/>
              <a:latin typeface="Times New Roman" panose="02020603050405020304" pitchFamily="18" charset="0"/>
              <a:ea typeface="SimSun" panose="02010600030101010101" pitchFamily="2" charset="-122"/>
            </a:endParaRPr>
          </a:p>
        </p:txBody>
      </p:sp>
      <p:pic>
        <p:nvPicPr>
          <p:cNvPr id="9" name="Picture 8" descr="Screenshot 2025-05-26 110025">
            <a:extLst>
              <a:ext uri="{FF2B5EF4-FFF2-40B4-BE49-F238E27FC236}">
                <a16:creationId xmlns:a16="http://schemas.microsoft.com/office/drawing/2014/main" id="{9BD96367-5477-5D84-4089-6334D985ED7A}"/>
              </a:ext>
            </a:extLst>
          </p:cNvPr>
          <p:cNvPicPr>
            <a:picLocks noChangeAspect="1"/>
          </p:cNvPicPr>
          <p:nvPr/>
        </p:nvPicPr>
        <p:blipFill>
          <a:blip r:embed="rId3"/>
          <a:srcRect r="-21" b="357"/>
          <a:stretch>
            <a:fillRect/>
          </a:stretch>
        </p:blipFill>
        <p:spPr>
          <a:xfrm>
            <a:off x="4218304" y="1231220"/>
            <a:ext cx="4544695" cy="2277156"/>
          </a:xfrm>
          <a:prstGeom prst="rect">
            <a:avLst/>
          </a:prstGeom>
        </p:spPr>
      </p:pic>
      <p:sp>
        <p:nvSpPr>
          <p:cNvPr id="10" name="TextBox 9">
            <a:extLst>
              <a:ext uri="{FF2B5EF4-FFF2-40B4-BE49-F238E27FC236}">
                <a16:creationId xmlns:a16="http://schemas.microsoft.com/office/drawing/2014/main" id="{D38A386C-1E34-913E-9FC2-B59089BE3302}"/>
              </a:ext>
            </a:extLst>
          </p:cNvPr>
          <p:cNvSpPr txBox="1"/>
          <p:nvPr/>
        </p:nvSpPr>
        <p:spPr>
          <a:xfrm>
            <a:off x="4223384" y="3786697"/>
            <a:ext cx="3581400" cy="458074"/>
          </a:xfrm>
          <a:prstGeom prst="rect">
            <a:avLst/>
          </a:prstGeom>
          <a:noFill/>
        </p:spPr>
        <p:txBody>
          <a:bodyPr wrap="square" rtlCol="0">
            <a:spAutoFit/>
          </a:bodyPr>
          <a:lstStyle/>
          <a:p>
            <a:pPr algn="ctr">
              <a:lnSpc>
                <a:spcPct val="150000"/>
              </a:lnSpc>
            </a:pPr>
            <a:r>
              <a:rPr lang="en-US" sz="1600" dirty="0">
                <a:effectLst/>
                <a:latin typeface="Times New Roman" panose="02020603050405020304" pitchFamily="18" charset="0"/>
                <a:ea typeface="SimSun" panose="02010600030101010101" pitchFamily="2" charset="-122"/>
              </a:rPr>
              <a:t>Book</a:t>
            </a:r>
            <a:r>
              <a:rPr lang="en-US" sz="1800" b="1" dirty="0">
                <a:effectLst/>
                <a:latin typeface="Times New Roman" panose="02020603050405020304" pitchFamily="18" charset="0"/>
                <a:ea typeface="SimSun" panose="02010600030101010101" pitchFamily="2" charset="-122"/>
              </a:rPr>
              <a:t> </a:t>
            </a:r>
            <a:r>
              <a:rPr lang="en-US" sz="1600" dirty="0">
                <a:effectLst/>
                <a:latin typeface="Times New Roman" panose="02020603050405020304" pitchFamily="18" charset="0"/>
                <a:ea typeface="SimSun" panose="02010600030101010101" pitchFamily="2" charset="-122"/>
              </a:rPr>
              <a:t>Management</a:t>
            </a:r>
            <a:r>
              <a:rPr lang="en-US" sz="1800" b="1" dirty="0">
                <a:effectLst/>
                <a:latin typeface="Times New Roman" panose="02020603050405020304" pitchFamily="18" charset="0"/>
                <a:ea typeface="SimSun" panose="02010600030101010101" pitchFamily="2" charset="-122"/>
              </a:rPr>
              <a:t> </a:t>
            </a:r>
            <a:r>
              <a:rPr lang="en-US" sz="1600" dirty="0">
                <a:effectLst/>
                <a:latin typeface="Times New Roman" panose="02020603050405020304" pitchFamily="18" charset="0"/>
                <a:ea typeface="SimSun" panose="02010600030101010101" pitchFamily="2" charset="-122"/>
              </a:rPr>
              <a:t>Panel</a:t>
            </a:r>
            <a:endParaRPr lang="en-IN" sz="1600" dirty="0">
              <a:effectLst/>
              <a:latin typeface="Times New Roman" panose="02020603050405020304" pitchFamily="18" charset="0"/>
              <a:ea typeface="SimSun" panose="02010600030101010101" pitchFamily="2" charset="-122"/>
            </a:endParaRPr>
          </a:p>
        </p:txBody>
      </p:sp>
    </p:spTree>
    <p:extLst>
      <p:ext uri="{BB962C8B-B14F-4D97-AF65-F5344CB8AC3E}">
        <p14:creationId xmlns:p14="http://schemas.microsoft.com/office/powerpoint/2010/main" val="31877684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Conclusion</a:t>
            </a:r>
          </a:p>
        </p:txBody>
      </p:sp>
      <p:sp>
        <p:nvSpPr>
          <p:cNvPr id="3" name="Content Placeholder 2"/>
          <p:cNvSpPr>
            <a:spLocks noGrp="1"/>
          </p:cNvSpPr>
          <p:nvPr>
            <p:ph idx="1"/>
          </p:nvPr>
        </p:nvSpPr>
        <p:spPr/>
        <p:txBody>
          <a:bodyPr/>
          <a:lstStyle/>
          <a:p>
            <a:pPr marL="119062" indent="0">
              <a:buNone/>
            </a:pPr>
            <a:r>
              <a:rPr lang="en-US" sz="1800" dirty="0">
                <a:latin typeface="Times New Roman" panose="02020603050405020304" pitchFamily="18" charset="0"/>
                <a:cs typeface="Times New Roman" panose="02020603050405020304" pitchFamily="18" charset="0"/>
              </a:rPr>
              <a:t>The Library Management System effectively simplifies and automates the day-to-day operations of a library. It ensures accurate record-keeping, faster book transactions, and efficient user management. By reducing manual work and improving data handling, the system enhances the overall productivity of library staff and provides a better experience for users. This project demonstrates the practical application of database and programming skills in solving real-world problems</a:t>
            </a:r>
          </a:p>
        </p:txBody>
      </p:sp>
      <p:sp>
        <p:nvSpPr>
          <p:cNvPr id="5" name="Slide Number Placeholder 4"/>
          <p:cNvSpPr>
            <a:spLocks noGrp="1"/>
          </p:cNvSpPr>
          <p:nvPr>
            <p:ph type="sldNum" sz="quarter" idx="12"/>
          </p:nvPr>
        </p:nvSpPr>
        <p:spPr/>
        <p:txBody>
          <a:bodyPr/>
          <a:lstStyle/>
          <a:p>
            <a:pPr>
              <a:defRPr/>
            </a:pPr>
            <a:fld id="{0E14ABD8-B1EB-4C07-9937-C8C4E38BDF00}" type="slidenum">
              <a:rPr lang="en-US" altLang="en-US" smtClean="0"/>
              <a:pPr>
                <a:defRPr/>
              </a:pPr>
              <a:t>17</a:t>
            </a:fld>
            <a:endParaRPr lang="en-US" altLang="en-US"/>
          </a:p>
        </p:txBody>
      </p:sp>
    </p:spTree>
    <p:extLst>
      <p:ext uri="{BB962C8B-B14F-4D97-AF65-F5344CB8AC3E}">
        <p14:creationId xmlns:p14="http://schemas.microsoft.com/office/powerpoint/2010/main" val="3618314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a:t>
            </a:r>
          </a:p>
        </p:txBody>
      </p:sp>
      <p:sp>
        <p:nvSpPr>
          <p:cNvPr id="3" name="Content Placeholder 2"/>
          <p:cNvSpPr>
            <a:spLocks noGrp="1"/>
          </p:cNvSpPr>
          <p:nvPr>
            <p:ph idx="1"/>
          </p:nvPr>
        </p:nvSpPr>
        <p:spPr>
          <a:xfrm>
            <a:off x="228600" y="1331913"/>
            <a:ext cx="8458200" cy="3468687"/>
          </a:xfrm>
        </p:spPr>
        <p:txBody>
          <a:bodyPr/>
          <a:lstStyle/>
          <a:p>
            <a:pPr marL="342900" marR="525780" lvl="0" indent="-342900">
              <a:lnSpc>
                <a:spcPct val="150000"/>
              </a:lnSpc>
              <a:buFont typeface="+mj-lt"/>
              <a:buAutoNum type="arabicPeriod"/>
            </a:pPr>
            <a:r>
              <a:rPr lang="en-IN" sz="1800" dirty="0">
                <a:effectLst/>
                <a:latin typeface="Times New Roman" panose="02020603050405020304" pitchFamily="18" charset="0"/>
                <a:ea typeface="Arial" panose="020B0604020202020204" pitchFamily="34" charset="0"/>
              </a:rPr>
              <a:t>Abraham Silberschatz, Henry F. Korth, S. Sudarshan,</a:t>
            </a:r>
            <a:br>
              <a:rPr lang="en-IN" sz="1800" dirty="0">
                <a:effectLst/>
                <a:latin typeface="Times New Roman" panose="02020603050405020304" pitchFamily="18" charset="0"/>
                <a:ea typeface="Arial" panose="020B0604020202020204" pitchFamily="34" charset="0"/>
              </a:rPr>
            </a:br>
            <a:r>
              <a:rPr lang="en-IN" sz="1800" i="1" dirty="0">
                <a:effectLst/>
                <a:latin typeface="Times New Roman" panose="02020603050405020304" pitchFamily="18" charset="0"/>
                <a:ea typeface="Arial" panose="020B0604020202020204" pitchFamily="34" charset="0"/>
              </a:rPr>
              <a:t>Database System Concepts</a:t>
            </a:r>
            <a:r>
              <a:rPr lang="en-IN" sz="1800" dirty="0">
                <a:effectLst/>
                <a:latin typeface="Times New Roman" panose="02020603050405020304" pitchFamily="18" charset="0"/>
                <a:ea typeface="Arial" panose="020B0604020202020204" pitchFamily="34" charset="0"/>
              </a:rPr>
              <a:t>, 7th Edition, McGraw-Hill, 2021.</a:t>
            </a:r>
            <a:endParaRPr lang="en-IN" sz="1800" dirty="0">
              <a:effectLst/>
              <a:latin typeface="Times New Roman" panose="02020603050405020304" pitchFamily="18" charset="0"/>
              <a:ea typeface="Times New Roman" panose="02020603050405020304" pitchFamily="18" charset="0"/>
            </a:endParaRPr>
          </a:p>
          <a:p>
            <a:pPr marL="342900" marR="525780" lvl="0" indent="-342900">
              <a:lnSpc>
                <a:spcPct val="150000"/>
              </a:lnSpc>
              <a:buFont typeface="+mj-lt"/>
              <a:buAutoNum type="arabicPeriod"/>
            </a:pPr>
            <a:r>
              <a:rPr lang="en-IN" sz="1800" dirty="0">
                <a:effectLst/>
                <a:latin typeface="Times New Roman" panose="02020603050405020304" pitchFamily="18" charset="0"/>
                <a:ea typeface="Arial" panose="020B0604020202020204" pitchFamily="34" charset="0"/>
              </a:rPr>
              <a:t>Raghu Ramakrishnan and Johannes Gehrke,</a:t>
            </a:r>
            <a:br>
              <a:rPr lang="en-IN" sz="1800" dirty="0">
                <a:effectLst/>
                <a:latin typeface="Times New Roman" panose="02020603050405020304" pitchFamily="18" charset="0"/>
                <a:ea typeface="Arial" panose="020B0604020202020204" pitchFamily="34" charset="0"/>
              </a:rPr>
            </a:br>
            <a:r>
              <a:rPr lang="en-IN" sz="1800" i="1" dirty="0">
                <a:effectLst/>
                <a:latin typeface="Times New Roman" panose="02020603050405020304" pitchFamily="18" charset="0"/>
                <a:ea typeface="Arial" panose="020B0604020202020204" pitchFamily="34" charset="0"/>
              </a:rPr>
              <a:t>Database Management Systems</a:t>
            </a:r>
            <a:r>
              <a:rPr lang="en-IN" sz="1800" dirty="0">
                <a:effectLst/>
                <a:latin typeface="Times New Roman" panose="02020603050405020304" pitchFamily="18" charset="0"/>
                <a:ea typeface="Arial" panose="020B0604020202020204" pitchFamily="34" charset="0"/>
              </a:rPr>
              <a:t>, 3rd Edition, McGraw-Hill, 2003.</a:t>
            </a:r>
            <a:endParaRPr lang="en-IN" sz="1800" dirty="0">
              <a:effectLst/>
              <a:latin typeface="Times New Roman" panose="02020603050405020304" pitchFamily="18" charset="0"/>
              <a:ea typeface="Times New Roman" panose="02020603050405020304" pitchFamily="18" charset="0"/>
            </a:endParaRPr>
          </a:p>
          <a:p>
            <a:pPr marL="461962" indent="-342900">
              <a:lnSpc>
                <a:spcPct val="150000"/>
              </a:lnSpc>
              <a:buFont typeface="+mj-lt"/>
              <a:buAutoNum type="arabicPeriod"/>
            </a:pPr>
            <a:r>
              <a:rPr lang="en-IN" sz="1800" dirty="0">
                <a:effectLst/>
                <a:latin typeface="Times New Roman" panose="02020603050405020304" pitchFamily="18" charset="0"/>
                <a:ea typeface="Arial" panose="020B0604020202020204" pitchFamily="34" charset="0"/>
              </a:rPr>
              <a:t>Elmasri, Ramez and Navathe, Shamkant B.,</a:t>
            </a:r>
            <a:br>
              <a:rPr lang="en-IN" sz="1800" dirty="0">
                <a:effectLst/>
                <a:latin typeface="Times New Roman" panose="02020603050405020304" pitchFamily="18" charset="0"/>
                <a:ea typeface="Arial" panose="020B0604020202020204" pitchFamily="34" charset="0"/>
              </a:rPr>
            </a:br>
            <a:r>
              <a:rPr lang="en-IN" sz="1800" i="1" dirty="0">
                <a:effectLst/>
                <a:latin typeface="Times New Roman" panose="02020603050405020304" pitchFamily="18" charset="0"/>
                <a:ea typeface="Arial" panose="020B0604020202020204" pitchFamily="34" charset="0"/>
              </a:rPr>
              <a:t>Fundamentals of Database Systems</a:t>
            </a:r>
            <a:r>
              <a:rPr lang="en-IN" sz="1800" dirty="0">
                <a:effectLst/>
                <a:latin typeface="Times New Roman" panose="02020603050405020304" pitchFamily="18" charset="0"/>
                <a:ea typeface="Arial" panose="020B0604020202020204" pitchFamily="34" charset="0"/>
              </a:rPr>
              <a:t>, 7th Edition, Pearson Education, 2016.</a:t>
            </a:r>
            <a:endParaRPr lang="en-US" dirty="0"/>
          </a:p>
        </p:txBody>
      </p:sp>
      <p:sp>
        <p:nvSpPr>
          <p:cNvPr id="5" name="Slide Number Placeholder 4"/>
          <p:cNvSpPr>
            <a:spLocks noGrp="1"/>
          </p:cNvSpPr>
          <p:nvPr>
            <p:ph type="sldNum" sz="quarter" idx="12"/>
          </p:nvPr>
        </p:nvSpPr>
        <p:spPr/>
        <p:txBody>
          <a:bodyPr/>
          <a:lstStyle/>
          <a:p>
            <a:pPr>
              <a:defRPr/>
            </a:pPr>
            <a:fld id="{0E14ABD8-B1EB-4C07-9937-C8C4E38BDF00}" type="slidenum">
              <a:rPr lang="en-US" altLang="en-US" smtClean="0"/>
              <a:pPr>
                <a:defRPr/>
              </a:pPr>
              <a:t>18</a:t>
            </a:fld>
            <a:endParaRPr lang="en-US" altLang="en-US"/>
          </a:p>
        </p:txBody>
      </p:sp>
    </p:spTree>
    <p:extLst>
      <p:ext uri="{BB962C8B-B14F-4D97-AF65-F5344CB8AC3E}">
        <p14:creationId xmlns:p14="http://schemas.microsoft.com/office/powerpoint/2010/main" val="67335779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odule">
  <a:themeElements>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fontScheme name="Module">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Modul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7500"/>
                <a:satMod val="137000"/>
              </a:schemeClr>
            </a:gs>
            <a:gs pos="55000">
              <a:schemeClr val="phClr">
                <a:shade val="69000"/>
                <a:satMod val="137000"/>
              </a:schemeClr>
            </a:gs>
            <a:gs pos="100000">
              <a:schemeClr val="phClr">
                <a:shade val="98000"/>
                <a:satMod val="137000"/>
              </a:schemeClr>
            </a:gs>
          </a:gsLst>
          <a:lin ang="16200000" scaled="0"/>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fov="0">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48000"/>
                <a:satMod val="300000"/>
              </a:schemeClr>
            </a:gs>
            <a:gs pos="12000">
              <a:schemeClr val="phClr">
                <a:tint val="48000"/>
                <a:satMod val="300000"/>
              </a:schemeClr>
            </a:gs>
            <a:gs pos="20000">
              <a:schemeClr val="phClr">
                <a:tint val="49000"/>
                <a:satMod val="300000"/>
              </a:schemeClr>
            </a:gs>
            <a:gs pos="100000">
              <a:schemeClr val="phClr">
                <a:shade val="30000"/>
              </a:schemeClr>
            </a:gs>
          </a:gsLst>
          <a:path path="circle">
            <a:fillToRect l="10000" t="-25000" r="10000" b="125000"/>
          </a:path>
        </a:gradFill>
        <a:blipFill>
          <a:blip xmlns:r="http://schemas.openxmlformats.org/officeDocument/2006/relationships" r:embed="rId1">
            <a:duotone>
              <a:schemeClr val="phClr">
                <a:shade val="75000"/>
                <a:satMod val="105000"/>
              </a:schemeClr>
              <a:schemeClr val="phClr">
                <a:tint val="95000"/>
                <a:satMod val="105000"/>
              </a:schemeClr>
            </a:duotone>
          </a:blip>
          <a:tile tx="0" ty="0" sx="38000" sy="38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40000"/>
                <a:satMod val="155000"/>
              </a:schemeClr>
            </a:gs>
            <a:gs pos="65000">
              <a:schemeClr val="phClr">
                <a:shade val="85000"/>
                <a:satMod val="155000"/>
              </a:schemeClr>
            </a:gs>
            <a:gs pos="100000">
              <a:schemeClr val="phClr">
                <a:shade val="95000"/>
                <a:satMod val="155000"/>
              </a:schemeClr>
            </a:gs>
          </a:gsLst>
          <a:lin ang="16200000" scaled="0"/>
        </a:gradFill>
      </a:fillStyleLst>
      <a:lnStyleLst>
        <a:ln w="6350" cap="rnd" cmpd="sng" algn="ctr">
          <a:solidFill>
            <a:schemeClr val="phClr">
              <a:shade val="95000"/>
              <a:satMod val="105000"/>
            </a:schemeClr>
          </a:solidFill>
          <a:prstDash val="solid"/>
        </a:ln>
        <a:ln w="25400" cap="rnd" cmpd="sng" algn="ctr">
          <a:solidFill>
            <a:schemeClr val="phClr"/>
          </a:solidFill>
          <a:prstDash val="solid"/>
        </a:ln>
        <a:ln w="34925" cap="rnd" cmpd="sng" algn="ctr">
          <a:solidFill>
            <a:schemeClr val="phClr"/>
          </a:solidFill>
          <a:prstDash val="solid"/>
        </a:ln>
      </a:lnStyleLst>
      <a:effectStyleLst>
        <a:effectStyle>
          <a:effectLst>
            <a:outerShdw blurRad="50800" algn="tl" rotWithShape="0">
              <a:srgbClr val="000000">
                <a:alpha val="64000"/>
              </a:srgbClr>
            </a:outerShdw>
          </a:effectLst>
        </a:effectStyle>
        <a:effectStyle>
          <a:effectLst>
            <a:outerShdw blurRad="39000" dist="25400" dir="5400000">
              <a:srgbClr val="000000">
                <a:alpha val="35000"/>
              </a:srgbClr>
            </a:outerShdw>
          </a:effectLst>
        </a:effectStyle>
        <a:effectStyle>
          <a:effectLst>
            <a:outerShdw blurRad="39000" dist="25400" dir="5400000">
              <a:srgbClr val="000000">
                <a:alpha val="35000"/>
              </a:srgbClr>
            </a:outerShdw>
          </a:effectLst>
          <a:scene3d>
            <a:camera prst="orthographicFront" fov="0">
              <a:rot lat="0" lon="0" rev="0"/>
            </a:camera>
            <a:lightRig rig="threePt" dir="t">
              <a:rot lat="0" lon="0" rev="0"/>
            </a:lightRig>
          </a:scene3d>
          <a:sp3d prstMaterial="matte">
            <a:bevelT h="22225"/>
          </a:sp3d>
        </a:effectStyle>
      </a:effectStyleLst>
      <a:bgFillStyleLst>
        <a:solidFill>
          <a:schemeClr val="phClr"/>
        </a:solidFill>
        <a:gradFill rotWithShape="1">
          <a:gsLst>
            <a:gs pos="0">
              <a:schemeClr val="phClr">
                <a:shade val="50000"/>
                <a:satMod val="155000"/>
              </a:schemeClr>
            </a:gs>
            <a:gs pos="35000">
              <a:schemeClr val="phClr">
                <a:shade val="75000"/>
                <a:satMod val="155000"/>
              </a:schemeClr>
            </a:gs>
            <a:gs pos="100000">
              <a:schemeClr val="phClr">
                <a:tint val="80000"/>
                <a:satMod val="255000"/>
              </a:schemeClr>
            </a:gs>
          </a:gsLst>
          <a:lin ang="16200000" scaled="0"/>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ppt/theme/themeOverride2.xml><?xml version="1.0" encoding="utf-8"?>
<a:themeOverride xmlns:a="http://schemas.openxmlformats.org/drawingml/2006/main">
  <a:clrScheme name="Module">
    <a:dk1>
      <a:sysClr val="windowText" lastClr="000000"/>
    </a:dk1>
    <a:lt1>
      <a:sysClr val="window" lastClr="FFFFFF"/>
    </a:lt1>
    <a:dk2>
      <a:srgbClr val="5A6378"/>
    </a:dk2>
    <a:lt2>
      <a:srgbClr val="D4D4D6"/>
    </a:lt2>
    <a:accent1>
      <a:srgbClr val="F0AD00"/>
    </a:accent1>
    <a:accent2>
      <a:srgbClr val="60B5CC"/>
    </a:accent2>
    <a:accent3>
      <a:srgbClr val="E66C7D"/>
    </a:accent3>
    <a:accent4>
      <a:srgbClr val="6BB76D"/>
    </a:accent4>
    <a:accent5>
      <a:srgbClr val="E88651"/>
    </a:accent5>
    <a:accent6>
      <a:srgbClr val="C64847"/>
    </a:accent6>
    <a:hlink>
      <a:srgbClr val="168BBA"/>
    </a:hlink>
    <a:folHlink>
      <a:srgbClr val="680000"/>
    </a:folHlink>
  </a:clrScheme>
</a:themeOverride>
</file>

<file path=docProps/app.xml><?xml version="1.0" encoding="utf-8"?>
<Properties xmlns="http://schemas.openxmlformats.org/officeDocument/2006/extended-properties" xmlns:vt="http://schemas.openxmlformats.org/officeDocument/2006/docPropsVTypes">
  <Template>Droplet</Template>
  <TotalTime>0</TotalTime>
  <Words>778</Words>
  <Application>Microsoft Office PowerPoint</Application>
  <PresentationFormat>On-screen Show (16:9)</PresentationFormat>
  <Paragraphs>94</Paragraphs>
  <Slides>18</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Arial</vt:lpstr>
      <vt:lpstr>Calibri</vt:lpstr>
      <vt:lpstr>Corbel</vt:lpstr>
      <vt:lpstr>Times New Roman</vt:lpstr>
      <vt:lpstr>Wingdings</vt:lpstr>
      <vt:lpstr>Wingdings 2</vt:lpstr>
      <vt:lpstr>Wingdings 3</vt:lpstr>
      <vt:lpstr>Module</vt:lpstr>
      <vt:lpstr>M.KUMARASAMY COLLEGE OF ENGINEERING ,  KARUR.</vt:lpstr>
      <vt:lpstr>TITLE OF THE PROJECT </vt:lpstr>
      <vt:lpstr>Abstract</vt:lpstr>
      <vt:lpstr>Literature Review</vt:lpstr>
      <vt:lpstr>Problem(s) Identified</vt:lpstr>
      <vt:lpstr>Proposed Solution</vt:lpstr>
      <vt:lpstr>Objectives</vt:lpstr>
      <vt:lpstr>Architecture Diagram</vt:lpstr>
      <vt:lpstr>Architecture Diagram Explanation</vt:lpstr>
      <vt:lpstr>Schema Diagram</vt:lpstr>
      <vt:lpstr>ER diagram</vt:lpstr>
      <vt:lpstr>Software Description</vt:lpstr>
      <vt:lpstr>Results &amp; Discussion</vt:lpstr>
      <vt:lpstr>Results &amp; Discussion</vt:lpstr>
      <vt:lpstr>Results &amp; Discussion</vt:lpstr>
      <vt:lpstr>Results &amp; Discussion</vt:lpstr>
      <vt:lpstr>Conclusion</vt:lpstr>
      <vt:lpstr>Reference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modified xsi:type="dcterms:W3CDTF">2025-05-28T03:53:04Z</dcterms:modified>
</cp:coreProperties>
</file>